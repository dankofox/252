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5"/>
  </p:notesMasterIdLst>
  <p:sldIdLst>
    <p:sldId id="257" r:id="rId2"/>
    <p:sldId id="384" r:id="rId3"/>
    <p:sldId id="258" r:id="rId4"/>
    <p:sldId id="321" r:id="rId5"/>
    <p:sldId id="338" r:id="rId6"/>
    <p:sldId id="339" r:id="rId7"/>
    <p:sldId id="340" r:id="rId8"/>
    <p:sldId id="348" r:id="rId9"/>
    <p:sldId id="349" r:id="rId10"/>
    <p:sldId id="350" r:id="rId11"/>
    <p:sldId id="351" r:id="rId12"/>
    <p:sldId id="352" r:id="rId13"/>
    <p:sldId id="347" r:id="rId14"/>
    <p:sldId id="385" r:id="rId15"/>
    <p:sldId id="353" r:id="rId16"/>
    <p:sldId id="354" r:id="rId17"/>
    <p:sldId id="355" r:id="rId18"/>
    <p:sldId id="357" r:id="rId19"/>
    <p:sldId id="358" r:id="rId20"/>
    <p:sldId id="359" r:id="rId21"/>
    <p:sldId id="360" r:id="rId22"/>
    <p:sldId id="361" r:id="rId23"/>
    <p:sldId id="362" r:id="rId24"/>
    <p:sldId id="363" r:id="rId25"/>
    <p:sldId id="364" r:id="rId26"/>
    <p:sldId id="365" r:id="rId27"/>
    <p:sldId id="367" r:id="rId28"/>
    <p:sldId id="366" r:id="rId29"/>
    <p:sldId id="368" r:id="rId30"/>
    <p:sldId id="370" r:id="rId31"/>
    <p:sldId id="371" r:id="rId32"/>
    <p:sldId id="372" r:id="rId33"/>
    <p:sldId id="374" r:id="rId34"/>
    <p:sldId id="373" r:id="rId35"/>
    <p:sldId id="375" r:id="rId36"/>
    <p:sldId id="376" r:id="rId37"/>
    <p:sldId id="377" r:id="rId38"/>
    <p:sldId id="378" r:id="rId39"/>
    <p:sldId id="379" r:id="rId40"/>
    <p:sldId id="380" r:id="rId41"/>
    <p:sldId id="381" r:id="rId42"/>
    <p:sldId id="382" r:id="rId43"/>
    <p:sldId id="383"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02047B-58C5-43E6-B9D6-6E88D756E43A}" type="datetimeFigureOut">
              <a:rPr lang="en-US" smtClean="0"/>
              <a:t>9/4/2025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18BE33-0988-40F8-B168-04F60BE9FD82}" type="slidenum">
              <a:rPr lang="en-US" smtClean="0"/>
              <a:t>‹#›</a:t>
            </a:fld>
            <a:endParaRPr lang="en-US"/>
          </a:p>
        </p:txBody>
      </p:sp>
    </p:spTree>
    <p:extLst>
      <p:ext uri="{BB962C8B-B14F-4D97-AF65-F5344CB8AC3E}">
        <p14:creationId xmlns:p14="http://schemas.microsoft.com/office/powerpoint/2010/main" val="4134277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fld id="{676DCF8E-6A92-4FC5-817C-014960D4CAF2}" type="slidenum">
              <a:rPr lang="en-US" sz="1200" smtClean="0">
                <a:latin typeface="Arial" charset="0"/>
              </a:rPr>
              <a:pPr eaLnBrk="1" hangingPunct="1"/>
              <a:t>31</a:t>
            </a:fld>
            <a:endParaRPr lang="en-US" sz="1200" smtClean="0">
              <a:latin typeface="Arial" charset="0"/>
            </a:endParaRPr>
          </a:p>
        </p:txBody>
      </p:sp>
      <p:sp>
        <p:nvSpPr>
          <p:cNvPr id="66563" name="Rectangle 7"/>
          <p:cNvSpPr txBox="1">
            <a:spLocks noGrp="1"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r" eaLnBrk="1" hangingPunct="1"/>
            <a:fld id="{60388449-262E-46B7-A746-600D139D2AA3}" type="slidenum">
              <a:rPr lang="en-US" sz="1200">
                <a:latin typeface="Arial" charset="0"/>
              </a:rPr>
              <a:pPr algn="r" eaLnBrk="1" hangingPunct="1"/>
              <a:t>31</a:t>
            </a:fld>
            <a:endParaRPr lang="en-US" sz="1200">
              <a:latin typeface="Arial" charset="0"/>
            </a:endParaRPr>
          </a:p>
        </p:txBody>
      </p:sp>
      <p:sp>
        <p:nvSpPr>
          <p:cNvPr id="66564" name="Rectangle 2"/>
          <p:cNvSpPr>
            <a:spLocks noGrp="1" noRot="1" noChangeAspect="1" noChangeArrowheads="1" noTextEdit="1"/>
          </p:cNvSpPr>
          <p:nvPr>
            <p:ph type="sldImg"/>
          </p:nvPr>
        </p:nvSpPr>
        <p:spPr>
          <a:ln/>
        </p:spPr>
      </p:sp>
      <p:sp>
        <p:nvSpPr>
          <p:cNvPr id="66565"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fld id="{ED2A297C-7BA1-4C5D-A5C9-AA145B83E959}" type="slidenum">
              <a:rPr lang="en-US" sz="1200" smtClean="0">
                <a:latin typeface="Arial" charset="0"/>
              </a:rPr>
              <a:pPr eaLnBrk="1" hangingPunct="1"/>
              <a:t>32</a:t>
            </a:fld>
            <a:endParaRPr lang="en-US" sz="1200" smtClean="0">
              <a:latin typeface="Arial" charset="0"/>
            </a:endParaRPr>
          </a:p>
        </p:txBody>
      </p:sp>
      <p:sp>
        <p:nvSpPr>
          <p:cNvPr id="67587" name="Rectangle 7"/>
          <p:cNvSpPr txBox="1">
            <a:spLocks noGrp="1"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r" eaLnBrk="1" hangingPunct="1"/>
            <a:fld id="{E5DE3499-16A9-42D9-A64C-0966FB0DCEAE}" type="slidenum">
              <a:rPr lang="en-US" sz="1200">
                <a:latin typeface="Arial" charset="0"/>
              </a:rPr>
              <a:pPr algn="r" eaLnBrk="1" hangingPunct="1"/>
              <a:t>32</a:t>
            </a:fld>
            <a:endParaRPr lang="en-US" sz="1200">
              <a:latin typeface="Arial" charset="0"/>
            </a:endParaRPr>
          </a:p>
        </p:txBody>
      </p:sp>
      <p:sp>
        <p:nvSpPr>
          <p:cNvPr id="67588" name="Rectangle 2"/>
          <p:cNvSpPr>
            <a:spLocks noGrp="1" noRot="1" noChangeAspect="1" noChangeArrowheads="1" noTextEdit="1"/>
          </p:cNvSpPr>
          <p:nvPr>
            <p:ph type="sldImg"/>
          </p:nvPr>
        </p:nvSpPr>
        <p:spPr>
          <a:ln/>
        </p:spPr>
      </p:sp>
      <p:sp>
        <p:nvSpPr>
          <p:cNvPr id="67589"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fld id="{A69240AD-563A-4D3B-980A-F49B3F1D0612}" type="slidenum">
              <a:rPr lang="en-US" sz="1200" smtClean="0">
                <a:latin typeface="Arial" charset="0"/>
              </a:rPr>
              <a:pPr eaLnBrk="1" hangingPunct="1"/>
              <a:t>34</a:t>
            </a:fld>
            <a:endParaRPr lang="en-US" sz="1200" smtClean="0">
              <a:latin typeface="Arial" charset="0"/>
            </a:endParaRPr>
          </a:p>
        </p:txBody>
      </p:sp>
      <p:sp>
        <p:nvSpPr>
          <p:cNvPr id="70659" name="Rectangle 7"/>
          <p:cNvSpPr txBox="1">
            <a:spLocks noGrp="1"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r" eaLnBrk="1" hangingPunct="1"/>
            <a:fld id="{8BF132DD-175C-4B27-9E15-ADD3B9B2B89F}" type="slidenum">
              <a:rPr lang="en-US" sz="1200">
                <a:latin typeface="Arial" charset="0"/>
              </a:rPr>
              <a:pPr algn="r" eaLnBrk="1" hangingPunct="1"/>
              <a:t>34</a:t>
            </a:fld>
            <a:endParaRPr lang="en-US" sz="1200">
              <a:latin typeface="Arial" charset="0"/>
            </a:endParaRPr>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EB454DE-53F2-4E13-8CCA-248411AB7CBA}" type="datetime1">
              <a:rPr lang="en-US" smtClean="0"/>
              <a:t>9/4/2025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300930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5B725E-A179-4815-A3FF-3C3F9953D44A}" type="datetime1">
              <a:rPr lang="en-US" smtClean="0"/>
              <a:t>9/4/2025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00850667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222ABD9-1E20-48E1-8FD2-B9F4A2649645}" type="datetime1">
              <a:rPr lang="en-US" smtClean="0"/>
              <a:t>9/4/2025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43543"/>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986092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96C2175-857C-404A-B0AC-7FF3A3528F2F}"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813833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D315094-D398-4D10-8870-3637DEEE2FAD}" type="datetime1">
              <a:rPr lang="en-US" smtClean="0"/>
              <a:t>9/4/2025</a:t>
            </a:fld>
            <a:endParaRPr lang="en-US"/>
          </a:p>
        </p:txBody>
      </p:sp>
      <p:sp>
        <p:nvSpPr>
          <p:cNvPr id="8" name="Footer Placeholder 7"/>
          <p:cNvSpPr>
            <a:spLocks noGrp="1"/>
          </p:cNvSpPr>
          <p:nvPr>
            <p:ph type="ftr" sz="quarter" idx="11"/>
          </p:nvPr>
        </p:nvSpPr>
        <p:spPr/>
        <p:txBody>
          <a:bodyPr/>
          <a:lstStyle/>
          <a:p>
            <a:r>
              <a:rPr lang="vi-VN" smtClean="0"/>
              <a:t>301002_Chương 7</a:t>
            </a:r>
            <a:endParaRPr lang="en-US"/>
          </a:p>
        </p:txBody>
      </p:sp>
      <p:sp>
        <p:nvSpPr>
          <p:cNvPr id="9" name="Slide Number Placeholder 8"/>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57967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C390A9-5F19-43AD-91C6-55F2342B4DCC}" type="datetime1">
              <a:rPr lang="en-US" smtClean="0"/>
              <a:t>9/4/2025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5" name="Slide Number Placeholder 4"/>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87966338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2C3203-D6A3-4BA8-AEB4-CD5FE82A1718}" type="datetime1">
              <a:rPr lang="en-US" smtClean="0"/>
              <a:t>9/4/2025</a:t>
            </a:fld>
            <a:endParaRPr lang="en-US"/>
          </a:p>
        </p:txBody>
      </p:sp>
      <p:sp>
        <p:nvSpPr>
          <p:cNvPr id="3" name="Footer Placeholder 2"/>
          <p:cNvSpPr>
            <a:spLocks noGrp="1"/>
          </p:cNvSpPr>
          <p:nvPr>
            <p:ph type="ftr" sz="quarter" idx="11"/>
          </p:nvPr>
        </p:nvSpPr>
        <p:spPr/>
        <p:txBody>
          <a:bodyPr/>
          <a:lstStyle/>
          <a:p>
            <a:r>
              <a:rPr lang="vi-VN" smtClean="0"/>
              <a:t>301002_Chương 7</a:t>
            </a:r>
            <a:endParaRPr lang="en-US"/>
          </a:p>
        </p:txBody>
      </p:sp>
      <p:sp>
        <p:nvSpPr>
          <p:cNvPr id="4" name="Slide Number Placeholder 3"/>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4219421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9C8B3EC-862A-4835-86EA-7F72D68C2751}"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86088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626026B-B951-4D24-9FFD-31F96799685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21226165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5A0EDBE-881C-4345-A5AE-01B3096C158A}" type="datetime1">
              <a:rPr lang="en-US" smtClean="0"/>
              <a:t>9/4/2025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3501333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7964512-9659-41B0-BFC6-97CAFC9E1246}" type="datetime1">
              <a:rPr lang="en-US" smtClean="0"/>
              <a:t>9/4/2025</a:t>
            </a:fld>
            <a:endParaRPr lang="en-US"/>
          </a:p>
        </p:txBody>
      </p:sp>
      <p:sp>
        <p:nvSpPr>
          <p:cNvPr id="5" name="Footer Placeholder 4"/>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a:t>
            </a:fld>
            <a:endParaRPr lang="en-US"/>
          </a:p>
        </p:txBody>
      </p:sp>
    </p:spTree>
    <p:extLst>
      <p:ext uri="{BB962C8B-B14F-4D97-AF65-F5344CB8AC3E}">
        <p14:creationId xmlns:p14="http://schemas.microsoft.com/office/powerpoint/2010/main" val="1080952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B46D90-EA8E-4D33-86A5-21E3581C5B53}" type="datetime1">
              <a:rPr lang="en-US" smtClean="0"/>
              <a:t>9/4/2025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smtClean="0"/>
              <a:t>301002_Chương 7</a:t>
            </a: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8A153D-734D-405D-8FB4-686C2D8CE407}" type="slidenum">
              <a:rPr lang="en-US" smtClean="0"/>
              <a:pPr/>
              <a:t>‹#›</a:t>
            </a:fld>
            <a:endParaRPr lang="en-US"/>
          </a:p>
        </p:txBody>
      </p:sp>
      <p:pic>
        <p:nvPicPr>
          <p:cNvPr id="7" name="Picture 6" descr="logoTDT-banquyen"/>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4008" y="0"/>
            <a:ext cx="1959430" cy="10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03100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slide" Target="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23.jpeg"/><Relationship Id="rId4" Type="http://schemas.openxmlformats.org/officeDocument/2006/relationships/image" Target="../media/image22.jpeg"/></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3.jpeg"/><Relationship Id="rId5" Type="http://schemas.openxmlformats.org/officeDocument/2006/relationships/image" Target="../media/image32.png"/><Relationship Id="rId4" Type="http://schemas.openxmlformats.org/officeDocument/2006/relationships/image" Target="../media/image31.jpeg"/></Relationships>
</file>

<file path=ppt/slides/_rels/slide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3.jpeg"/><Relationship Id="rId5" Type="http://schemas.openxmlformats.org/officeDocument/2006/relationships/image" Target="../media/image32.png"/><Relationship Id="rId4" Type="http://schemas.openxmlformats.org/officeDocument/2006/relationships/image" Target="../media/image31.jpe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914400"/>
            <a:ext cx="8686800" cy="3886200"/>
          </a:xfrm>
        </p:spPr>
        <p:txBody>
          <a:bodyPr>
            <a:noAutofit/>
          </a:bodyPr>
          <a:lstStyle/>
          <a:p>
            <a:pPr>
              <a:lnSpc>
                <a:spcPct val="150000"/>
              </a:lnSpc>
              <a:spcBef>
                <a:spcPts val="0"/>
              </a:spcBef>
            </a:pPr>
            <a:endParaRPr lang="en-US" sz="3200" b="1" dirty="0" smtClean="0">
              <a:solidFill>
                <a:srgbClr val="FF0000"/>
              </a:solidFill>
              <a:latin typeface="Times New Roman" pitchFamily="18" charset="0"/>
              <a:cs typeface="Times New Roman" pitchFamily="18" charset="0"/>
            </a:endParaRPr>
          </a:p>
          <a:p>
            <a:pPr>
              <a:lnSpc>
                <a:spcPct val="150000"/>
              </a:lnSpc>
              <a:spcBef>
                <a:spcPts val="0"/>
              </a:spcBef>
            </a:pPr>
            <a:r>
              <a:rPr lang="en-US" sz="3200" b="1" dirty="0" err="1" smtClean="0">
                <a:solidFill>
                  <a:srgbClr val="FF0000"/>
                </a:solidFill>
                <a:latin typeface="Times New Roman" pitchFamily="18" charset="0"/>
                <a:cs typeface="Times New Roman" pitchFamily="18" charset="0"/>
              </a:rPr>
              <a:t>Chương</a:t>
            </a:r>
            <a:r>
              <a:rPr lang="en-US" sz="3200" b="1" dirty="0" smtClean="0">
                <a:solidFill>
                  <a:srgbClr val="FF0000"/>
                </a:solidFill>
                <a:latin typeface="Times New Roman" pitchFamily="18" charset="0"/>
                <a:cs typeface="Times New Roman" pitchFamily="18" charset="0"/>
              </a:rPr>
              <a:t> 2</a:t>
            </a:r>
          </a:p>
          <a:p>
            <a:pPr>
              <a:lnSpc>
                <a:spcPct val="150000"/>
              </a:lnSpc>
              <a:spcBef>
                <a:spcPts val="0"/>
              </a:spcBef>
            </a:pPr>
            <a:r>
              <a:rPr lang="en-US" sz="3200" b="1" dirty="0" smtClean="0">
                <a:solidFill>
                  <a:srgbClr val="FF0000"/>
                </a:solidFill>
                <a:latin typeface="Times New Roman" pitchFamily="18" charset="0"/>
                <a:cs typeface="Times New Roman" pitchFamily="18" charset="0"/>
              </a:rPr>
              <a:t>CƠ SỞ, QUÁ TRÌNH HÌNH THÀNH </a:t>
            </a:r>
          </a:p>
          <a:p>
            <a:pPr>
              <a:lnSpc>
                <a:spcPct val="150000"/>
              </a:lnSpc>
              <a:spcBef>
                <a:spcPts val="0"/>
              </a:spcBef>
            </a:pPr>
            <a:r>
              <a:rPr lang="en-US" sz="3200" b="1" dirty="0" smtClean="0">
                <a:solidFill>
                  <a:srgbClr val="FF0000"/>
                </a:solidFill>
                <a:latin typeface="Times New Roman" pitchFamily="18" charset="0"/>
                <a:cs typeface="Times New Roman" pitchFamily="18" charset="0"/>
              </a:rPr>
              <a:t>VÀ PHÁT TRIỂN TƯ TƯỞNG HỒ CHÍ MINH</a:t>
            </a:r>
          </a:p>
          <a:p>
            <a:pPr>
              <a:lnSpc>
                <a:spcPct val="150000"/>
              </a:lnSpc>
              <a:spcBef>
                <a:spcPts val="0"/>
              </a:spcBef>
            </a:pPr>
            <a:endParaRPr lang="en-US" sz="3200" b="1" dirty="0" smtClean="0">
              <a:solidFill>
                <a:srgbClr val="FF0000"/>
              </a:solidFill>
              <a:latin typeface="Times New Roman" pitchFamily="18" charset="0"/>
              <a:cs typeface="Times New Roman" pitchFamily="18" charset="0"/>
            </a:endParaRPr>
          </a:p>
          <a:p>
            <a:pPr>
              <a:lnSpc>
                <a:spcPct val="150000"/>
              </a:lnSpc>
              <a:spcBef>
                <a:spcPts val="0"/>
              </a:spcBef>
            </a:pPr>
            <a:endParaRPr lang="en-US" sz="3200" b="1" dirty="0">
              <a:solidFill>
                <a:srgbClr val="FF0000"/>
              </a:solidFill>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2ECB21DE-0B5A-4F32-BC26-DDDC94AB31B2}" type="datetime1">
              <a:rPr lang="en-US" smtClean="0"/>
              <a:t>9/4/2025</a:t>
            </a:fld>
            <a:endParaRPr lang="en-US"/>
          </a:p>
        </p:txBody>
      </p:sp>
      <p:sp>
        <p:nvSpPr>
          <p:cNvPr id="4" name="Footer Placeholder 3"/>
          <p:cNvSpPr>
            <a:spLocks noGrp="1"/>
          </p:cNvSpPr>
          <p:nvPr>
            <p:ph type="ftr" sz="quarter" idx="11"/>
          </p:nvPr>
        </p:nvSpPr>
        <p:spPr/>
        <p:txBody>
          <a:bodyPr/>
          <a:lstStyle/>
          <a:p>
            <a:r>
              <a:rPr lang="vi-VN" smtClean="0"/>
              <a:t>301002_Chương </a:t>
            </a:r>
            <a:r>
              <a:rPr lang="en-US"/>
              <a:t>2</a:t>
            </a:r>
          </a:p>
        </p:txBody>
      </p:sp>
      <p:sp>
        <p:nvSpPr>
          <p:cNvPr id="6" name="Slide Number Placeholder 5"/>
          <p:cNvSpPr>
            <a:spLocks noGrp="1"/>
          </p:cNvSpPr>
          <p:nvPr>
            <p:ph type="sldNum" sz="quarter" idx="12"/>
          </p:nvPr>
        </p:nvSpPr>
        <p:spPr/>
        <p:txBody>
          <a:bodyPr/>
          <a:lstStyle/>
          <a:p>
            <a:fld id="{A58A153D-734D-405D-8FB4-686C2D8CE407}" type="slidenum">
              <a:rPr lang="en-US" smtClean="0"/>
              <a:pPr/>
              <a:t>1</a:t>
            </a:fld>
            <a:endParaRPr lang="en-US"/>
          </a:p>
        </p:txBody>
      </p:sp>
      <p:sp>
        <p:nvSpPr>
          <p:cNvPr id="5" name="Rectangle 4"/>
          <p:cNvSpPr/>
          <p:nvPr/>
        </p:nvSpPr>
        <p:spPr>
          <a:xfrm>
            <a:off x="0" y="0"/>
            <a:ext cx="2819400"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a:t>
            </a:r>
            <a:endParaRPr lang="en-US" sz="3000" b="1" dirty="0">
              <a:solidFill>
                <a:srgbClr val="CC0099"/>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2</a:t>
            </a:fld>
            <a:endParaRPr lang="en-US"/>
          </a:p>
        </p:txBody>
      </p:sp>
      <p:sp>
        <p:nvSpPr>
          <p:cNvPr id="10" name="Text Box 36"/>
          <p:cNvSpPr txBox="1">
            <a:spLocks noChangeArrowheads="1"/>
          </p:cNvSpPr>
          <p:nvPr/>
        </p:nvSpPr>
        <p:spPr bwMode="auto">
          <a:xfrm>
            <a:off x="152400" y="2830908"/>
            <a:ext cx="964102" cy="101566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000" b="1" dirty="0" err="1" smtClean="0">
                <a:solidFill>
                  <a:srgbClr val="FF0000"/>
                </a:solidFill>
                <a:latin typeface="Times New Roman"/>
                <a:cs typeface="Times New Roman"/>
              </a:rPr>
              <a:t>Mục</a:t>
            </a:r>
            <a:r>
              <a:rPr lang="en-US" sz="3000" b="1" dirty="0" smtClean="0">
                <a:solidFill>
                  <a:srgbClr val="FF0000"/>
                </a:solidFill>
                <a:latin typeface="Times New Roman"/>
                <a:cs typeface="Times New Roman"/>
              </a:rPr>
              <a:t> </a:t>
            </a:r>
            <a:r>
              <a:rPr lang="en-US" sz="3000" b="1" dirty="0" err="1" smtClean="0">
                <a:solidFill>
                  <a:srgbClr val="FF0000"/>
                </a:solidFill>
                <a:latin typeface="Times New Roman"/>
                <a:cs typeface="Times New Roman"/>
              </a:rPr>
              <a:t>tiêu</a:t>
            </a:r>
            <a:endParaRPr lang="en-US" sz="3000" b="1" dirty="0">
              <a:solidFill>
                <a:srgbClr val="FF0000"/>
              </a:solidFill>
              <a:latin typeface="Times New Roman"/>
              <a:cs typeface="Times New Roman"/>
            </a:endParaRPr>
          </a:p>
        </p:txBody>
      </p:sp>
      <p:sp>
        <p:nvSpPr>
          <p:cNvPr id="11" name="Text Box 36"/>
          <p:cNvSpPr txBox="1">
            <a:spLocks noChangeArrowheads="1"/>
          </p:cNvSpPr>
          <p:nvPr/>
        </p:nvSpPr>
        <p:spPr bwMode="auto">
          <a:xfrm>
            <a:off x="1905000" y="1066800"/>
            <a:ext cx="867956"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Kiến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thức</a:t>
            </a:r>
            <a:endParaRPr lang="en-US" sz="2600" dirty="0">
              <a:solidFill>
                <a:srgbClr val="FF0000"/>
              </a:solidFill>
              <a:latin typeface="Times New Roman"/>
              <a:cs typeface="Times New Roman"/>
            </a:endParaRPr>
          </a:p>
        </p:txBody>
      </p:sp>
      <p:sp>
        <p:nvSpPr>
          <p:cNvPr id="12" name="Text Box 36"/>
          <p:cNvSpPr txBox="1">
            <a:spLocks noChangeArrowheads="1"/>
          </p:cNvSpPr>
          <p:nvPr/>
        </p:nvSpPr>
        <p:spPr bwMode="auto">
          <a:xfrm>
            <a:off x="1792552" y="2589217"/>
            <a:ext cx="874448" cy="122078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Kỹ</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năng</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068638" y="1197700"/>
            <a:ext cx="5791199"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hiểu</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rõ</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những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cơ</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sở</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quá</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trình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hình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thành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phát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triển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Hồ</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Chí</a:t>
            </a:r>
            <a:r>
              <a:rPr lang="en-US" sz="2600" dirty="0" smtClean="0">
                <a:solidFill>
                  <a:srgbClr val="002060"/>
                </a:solidFill>
                <a:latin typeface="Times New Roman" panose="02020603050405020304" pitchFamily="18" charset="0"/>
                <a:cs typeface="Times New Roman" panose="02020603050405020304" pitchFamily="18" charset="0"/>
              </a:rPr>
              <a:t> Minh.</a:t>
            </a:r>
            <a:endParaRPr lang="en-US" sz="2600" dirty="0">
              <a:solidFill>
                <a:srgbClr val="002060"/>
              </a:solidFill>
              <a:latin typeface="Times New Roman" panose="02020603050405020304" pitchFamily="18" charset="0"/>
              <a:cs typeface="Times New Roman" panose="02020603050405020304" pitchFamily="18" charset="0"/>
            </a:endParaRPr>
          </a:p>
        </p:txBody>
      </p:sp>
      <p:cxnSp>
        <p:nvCxnSpPr>
          <p:cNvPr id="15" name="Straight Connector 14"/>
          <p:cNvCxnSpPr/>
          <p:nvPr/>
        </p:nvCxnSpPr>
        <p:spPr>
          <a:xfrm>
            <a:off x="1186354" y="1653474"/>
            <a:ext cx="17235" cy="3272912"/>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155883" y="1653474"/>
            <a:ext cx="67291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1189133" y="4926385"/>
            <a:ext cx="715867" cy="26615"/>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18" name="Text Box 36"/>
          <p:cNvSpPr txBox="1">
            <a:spLocks noChangeArrowheads="1"/>
          </p:cNvSpPr>
          <p:nvPr/>
        </p:nvSpPr>
        <p:spPr bwMode="auto">
          <a:xfrm>
            <a:off x="1847850" y="4267200"/>
            <a:ext cx="97155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endParaRPr lang="en-US" sz="2600" dirty="0">
              <a:solidFill>
                <a:srgbClr val="FF0000"/>
              </a:solidFill>
              <a:latin typeface="Times New Roman"/>
              <a:cs typeface="Times New Roman"/>
            </a:endParaRPr>
          </a:p>
        </p:txBody>
      </p:sp>
      <p:cxnSp>
        <p:nvCxnSpPr>
          <p:cNvPr id="19" name="Straight Arrow Connector 18"/>
          <p:cNvCxnSpPr/>
          <p:nvPr/>
        </p:nvCxnSpPr>
        <p:spPr>
          <a:xfrm>
            <a:off x="1203589" y="3122617"/>
            <a:ext cx="625211"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Connector 26"/>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8"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
        <p:nvSpPr>
          <p:cNvPr id="25" name="Text Box 36"/>
          <p:cNvSpPr txBox="1">
            <a:spLocks noChangeArrowheads="1"/>
          </p:cNvSpPr>
          <p:nvPr/>
        </p:nvSpPr>
        <p:spPr bwMode="auto">
          <a:xfrm>
            <a:off x="3124199" y="2590800"/>
            <a:ext cx="5735637" cy="1692771"/>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tiếp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cận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với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phương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pháp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khoa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học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nhận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thức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khái</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quát</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nội</a:t>
            </a:r>
            <a:r>
              <a:rPr lang="en-US" sz="2600" dirty="0" smtClean="0">
                <a:solidFill>
                  <a:srgbClr val="002060"/>
                </a:solidFill>
                <a:latin typeface="Times New Roman" panose="02020603050405020304" pitchFamily="18" charset="0"/>
                <a:cs typeface="Times New Roman" panose="02020603050405020304" pitchFamily="18" charset="0"/>
              </a:rPr>
              <a:t> dung, </a:t>
            </a:r>
            <a:r>
              <a:rPr lang="en-US" sz="2600" dirty="0" err="1" smtClean="0">
                <a:solidFill>
                  <a:srgbClr val="002060"/>
                </a:solidFill>
                <a:latin typeface="Times New Roman" panose="02020603050405020304" pitchFamily="18" charset="0"/>
                <a:cs typeface="Times New Roman" panose="02020603050405020304" pitchFamily="18" charset="0"/>
              </a:rPr>
              <a:t>giá</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trị</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của</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Hồ</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Chí</a:t>
            </a:r>
            <a:r>
              <a:rPr lang="en-US" sz="2600" dirty="0" smtClean="0">
                <a:solidFill>
                  <a:srgbClr val="002060"/>
                </a:solidFill>
                <a:latin typeface="Times New Roman" panose="02020603050405020304" pitchFamily="18" charset="0"/>
                <a:cs typeface="Times New Roman" panose="02020603050405020304" pitchFamily="18" charset="0"/>
              </a:rPr>
              <a:t> Minh </a:t>
            </a:r>
            <a:r>
              <a:rPr lang="en-US" sz="2600" dirty="0" err="1" smtClean="0">
                <a:solidFill>
                  <a:srgbClr val="002060"/>
                </a:solidFill>
                <a:latin typeface="Times New Roman" panose="02020603050405020304" pitchFamily="18" charset="0"/>
                <a:cs typeface="Times New Roman" panose="02020603050405020304" pitchFamily="18" charset="0"/>
              </a:rPr>
              <a:t>từ</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việc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nghiên</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cứu</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nội</a:t>
            </a:r>
            <a:r>
              <a:rPr lang="en-US" sz="2600" dirty="0" smtClean="0">
                <a:solidFill>
                  <a:srgbClr val="002060"/>
                </a:solidFill>
                <a:latin typeface="Times New Roman" panose="02020603050405020304" pitchFamily="18" charset="0"/>
                <a:cs typeface="Times New Roman" panose="02020603050405020304" pitchFamily="18" charset="0"/>
              </a:rPr>
              <a:t> dung </a:t>
            </a:r>
            <a:r>
              <a:rPr lang="en-US" sz="2600" dirty="0" err="1" smtClean="0">
                <a:solidFill>
                  <a:srgbClr val="002060"/>
                </a:solidFill>
                <a:latin typeface="Times New Roman" panose="02020603050405020304" pitchFamily="18" charset="0"/>
                <a:cs typeface="Times New Roman" panose="02020603050405020304" pitchFamily="18" charset="0"/>
              </a:rPr>
              <a:t>bài</a:t>
            </a:r>
            <a:r>
              <a:rPr lang="en-US" sz="2600" dirty="0" smtClean="0">
                <a:solidFill>
                  <a:srgbClr val="002060"/>
                </a:solidFill>
                <a:latin typeface="Times New Roman" panose="02020603050405020304" pitchFamily="18" charset="0"/>
                <a:cs typeface="Times New Roman" panose="02020603050405020304" pitchFamily="18" charset="0"/>
              </a:rPr>
              <a:t>.</a:t>
            </a:r>
            <a:endParaRPr lang="en-US" sz="2600" dirty="0">
              <a:solidFill>
                <a:srgbClr val="002060"/>
              </a:solidFill>
              <a:latin typeface="Times New Roman" panose="02020603050405020304" pitchFamily="18" charset="0"/>
              <a:cs typeface="Times New Roman" panose="02020603050405020304" pitchFamily="18" charset="0"/>
            </a:endParaRPr>
          </a:p>
        </p:txBody>
      </p:sp>
      <p:sp>
        <p:nvSpPr>
          <p:cNvPr id="34" name="Text Box 36"/>
          <p:cNvSpPr txBox="1">
            <a:spLocks noChangeArrowheads="1"/>
          </p:cNvSpPr>
          <p:nvPr/>
        </p:nvSpPr>
        <p:spPr bwMode="auto">
          <a:xfrm>
            <a:off x="3179763" y="4498538"/>
            <a:ext cx="6040437"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err="1" smtClean="0">
                <a:solidFill>
                  <a:srgbClr val="002060"/>
                </a:solidFill>
                <a:latin typeface="Times New Roman" panose="02020603050405020304" pitchFamily="18" charset="0"/>
                <a:cs typeface="Times New Roman" panose="02020603050405020304" pitchFamily="18" charset="0"/>
              </a:rPr>
              <a:t>Giúp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có</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tình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cảm</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tích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cực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trong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học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tập</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và</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làm</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theo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tưởng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đạo</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đức</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phong</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cách</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Hồ</a:t>
            </a:r>
            <a:r>
              <a:rPr lang="en-US" sz="2600" dirty="0" smtClean="0">
                <a:solidFill>
                  <a:srgbClr val="002060"/>
                </a:solidFill>
                <a:latin typeface="Times New Roman" panose="02020603050405020304" pitchFamily="18" charset="0"/>
                <a:cs typeface="Times New Roman" panose="02020603050405020304" pitchFamily="18" charset="0"/>
              </a:rPr>
              <a:t> </a:t>
            </a:r>
            <a:r>
              <a:rPr lang="en-US" sz="2600" dirty="0" err="1" smtClean="0">
                <a:solidFill>
                  <a:srgbClr val="002060"/>
                </a:solidFill>
                <a:latin typeface="Times New Roman" panose="02020603050405020304" pitchFamily="18" charset="0"/>
                <a:cs typeface="Times New Roman" panose="02020603050405020304" pitchFamily="18" charset="0"/>
              </a:rPr>
              <a:t>Chí</a:t>
            </a:r>
            <a:r>
              <a:rPr lang="en-US" sz="2600" dirty="0" smtClean="0">
                <a:solidFill>
                  <a:srgbClr val="002060"/>
                </a:solidFill>
                <a:latin typeface="Times New Roman" panose="02020603050405020304" pitchFamily="18" charset="0"/>
                <a:cs typeface="Times New Roman" panose="02020603050405020304" pitchFamily="18" charset="0"/>
              </a:rPr>
              <a:t> Minh </a:t>
            </a:r>
            <a:r>
              <a:rPr lang="en-US" sz="2600" dirty="0" err="1" smtClean="0">
                <a:solidFill>
                  <a:srgbClr val="002060"/>
                </a:solidFill>
                <a:latin typeface="Times New Roman" panose="02020603050405020304" pitchFamily="18" charset="0"/>
                <a:cs typeface="Times New Roman" panose="02020603050405020304" pitchFamily="18" charset="0"/>
              </a:rPr>
              <a:t>hiện</a:t>
            </a:r>
            <a:r>
              <a:rPr lang="en-US" sz="2600" dirty="0" smtClean="0">
                <a:solidFill>
                  <a:srgbClr val="002060"/>
                </a:solidFill>
                <a:latin typeface="Times New Roman" panose="02020603050405020304" pitchFamily="18" charset="0"/>
                <a:cs typeface="Times New Roman" panose="02020603050405020304" pitchFamily="18" charset="0"/>
              </a:rPr>
              <a:t> nay.</a:t>
            </a:r>
            <a:endParaRPr lang="en-US" sz="2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390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1000"/>
                                        <p:tgtEl>
                                          <p:spTgt spid="25"/>
                                        </p:tgtEl>
                                      </p:cBhvr>
                                    </p:animEffect>
                                    <p:anim calcmode="lin" valueType="num">
                                      <p:cBhvr>
                                        <p:cTn id="15" dur="1000" fill="hold"/>
                                        <p:tgtEl>
                                          <p:spTgt spid="25"/>
                                        </p:tgtEl>
                                        <p:attrNameLst>
                                          <p:attrName>ppt_x</p:attrName>
                                        </p:attrNameLst>
                                      </p:cBhvr>
                                      <p:tavLst>
                                        <p:tav tm="0">
                                          <p:val>
                                            <p:strVal val="#ppt_x"/>
                                          </p:val>
                                        </p:tav>
                                        <p:tav tm="100000">
                                          <p:val>
                                            <p:strVal val="#ppt_x"/>
                                          </p:val>
                                        </p:tav>
                                      </p:tavLst>
                                    </p:anim>
                                    <p:anim calcmode="lin" valueType="num">
                                      <p:cBhvr>
                                        <p:cTn id="1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1000"/>
                                        <p:tgtEl>
                                          <p:spTgt spid="34"/>
                                        </p:tgtEl>
                                      </p:cBhvr>
                                    </p:animEffect>
                                    <p:anim calcmode="lin" valueType="num">
                                      <p:cBhvr>
                                        <p:cTn id="22" dur="1000" fill="hold"/>
                                        <p:tgtEl>
                                          <p:spTgt spid="34"/>
                                        </p:tgtEl>
                                        <p:attrNameLst>
                                          <p:attrName>ppt_x</p:attrName>
                                        </p:attrNameLst>
                                      </p:cBhvr>
                                      <p:tavLst>
                                        <p:tav tm="0">
                                          <p:val>
                                            <p:strVal val="#ppt_x"/>
                                          </p:val>
                                        </p:tav>
                                        <p:tav tm="100000">
                                          <p:val>
                                            <p:strVal val="#ppt_x"/>
                                          </p:val>
                                        </p:tav>
                                      </p:tavLst>
                                    </p:anim>
                                    <p:anim calcmode="lin" valueType="num">
                                      <p:cBhvr>
                                        <p:cTn id="23"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5"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3</a:t>
            </a:fld>
            <a:endParaRPr lang="en-US"/>
          </a:p>
        </p:txBody>
      </p:sp>
      <p:sp>
        <p:nvSpPr>
          <p:cNvPr id="10" name="Text Box 36"/>
          <p:cNvSpPr txBox="1">
            <a:spLocks noChangeArrowheads="1"/>
          </p:cNvSpPr>
          <p:nvPr/>
        </p:nvSpPr>
        <p:spPr bwMode="auto">
          <a:xfrm>
            <a:off x="152400" y="2830908"/>
            <a:ext cx="1928980" cy="120032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600" b="1" dirty="0" err="1" smtClean="0">
                <a:solidFill>
                  <a:srgbClr val="FF0000"/>
                </a:solidFill>
                <a:latin typeface="Times New Roman"/>
                <a:cs typeface="Times New Roman"/>
              </a:rPr>
              <a:t>Nội</a:t>
            </a:r>
            <a:r>
              <a:rPr lang="en-US" sz="3600" b="1" dirty="0" smtClean="0">
                <a:solidFill>
                  <a:srgbClr val="FF0000"/>
                </a:solidFill>
                <a:latin typeface="Times New Roman"/>
                <a:cs typeface="Times New Roman"/>
              </a:rPr>
              <a:t> dung</a:t>
            </a:r>
            <a:endParaRPr lang="en-US" sz="3600" b="1" dirty="0">
              <a:solidFill>
                <a:srgbClr val="FF0000"/>
              </a:solidFill>
              <a:latin typeface="Times New Roman"/>
              <a:cs typeface="Times New Roman"/>
            </a:endParaRPr>
          </a:p>
        </p:txBody>
      </p:sp>
      <p:sp>
        <p:nvSpPr>
          <p:cNvPr id="11" name="Text Box 36"/>
          <p:cNvSpPr txBox="1">
            <a:spLocks noChangeArrowheads="1"/>
          </p:cNvSpPr>
          <p:nvPr/>
        </p:nvSpPr>
        <p:spPr bwMode="auto">
          <a:xfrm>
            <a:off x="2980235" y="1869757"/>
            <a:ext cx="6163765"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dirty="0" smtClean="0">
                <a:solidFill>
                  <a:srgbClr val="FF0000"/>
                </a:solidFill>
                <a:latin typeface="Times New Roman"/>
                <a:cs typeface="Times New Roman"/>
              </a:rPr>
              <a:t>I. </a:t>
            </a:r>
            <a:r>
              <a:rPr lang="en-US" sz="2600" dirty="0" err="1" smtClean="0">
                <a:solidFill>
                  <a:srgbClr val="FF0000"/>
                </a:solidFill>
                <a:latin typeface="Times New Roman"/>
                <a:cs typeface="Times New Roman"/>
              </a:rPr>
              <a:t>Cơ</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sở</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hình</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thành</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Hồ</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Chí</a:t>
            </a:r>
            <a:r>
              <a:rPr lang="en-US" sz="2600" dirty="0" smtClean="0">
                <a:solidFill>
                  <a:srgbClr val="FF0000"/>
                </a:solidFill>
                <a:latin typeface="Times New Roman"/>
                <a:cs typeface="Times New Roman"/>
              </a:rPr>
              <a:t> Minh</a:t>
            </a:r>
            <a:endParaRPr lang="en-US" sz="2600" dirty="0">
              <a:solidFill>
                <a:srgbClr val="FF0000"/>
              </a:solidFill>
              <a:latin typeface="Times New Roman"/>
              <a:cs typeface="Times New Roman"/>
            </a:endParaRPr>
          </a:p>
        </p:txBody>
      </p:sp>
      <p:sp>
        <p:nvSpPr>
          <p:cNvPr id="13" name="Text Box 36"/>
          <p:cNvSpPr txBox="1">
            <a:spLocks noChangeArrowheads="1"/>
          </p:cNvSpPr>
          <p:nvPr/>
        </p:nvSpPr>
        <p:spPr bwMode="auto">
          <a:xfrm>
            <a:off x="3200400" y="2830908"/>
            <a:ext cx="5181600" cy="89255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FF0000"/>
                </a:solidFill>
                <a:latin typeface="Times New Roman"/>
                <a:cs typeface="Times New Roman"/>
              </a:rPr>
              <a:t>II. </a:t>
            </a:r>
            <a:r>
              <a:rPr lang="en-US" sz="2600" dirty="0" err="1" smtClean="0">
                <a:solidFill>
                  <a:srgbClr val="FF0000"/>
                </a:solidFill>
                <a:latin typeface="Times New Roman"/>
                <a:cs typeface="Times New Roman"/>
              </a:rPr>
              <a:t>Quá</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trình</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hình</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thành</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và</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phát</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triển</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Hồ</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Chí</a:t>
            </a:r>
            <a:r>
              <a:rPr lang="en-US" sz="2600" dirty="0" smtClean="0">
                <a:solidFill>
                  <a:srgbClr val="FF0000"/>
                </a:solidFill>
                <a:latin typeface="Times New Roman"/>
                <a:cs typeface="Times New Roman"/>
              </a:rPr>
              <a:t> Minh</a:t>
            </a:r>
            <a:endParaRPr lang="en-US" sz="2600" dirty="0">
              <a:solidFill>
                <a:srgbClr val="FF0000"/>
              </a:solidFill>
              <a:latin typeface="Times New Roman"/>
              <a:cs typeface="Times New Roman"/>
            </a:endParaRPr>
          </a:p>
        </p:txBody>
      </p:sp>
      <p:cxnSp>
        <p:nvCxnSpPr>
          <p:cNvPr id="14" name="Straight Connector 13"/>
          <p:cNvCxnSpPr/>
          <p:nvPr/>
        </p:nvCxnSpPr>
        <p:spPr>
          <a:xfrm>
            <a:off x="1714544" y="33528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174308" y="2133600"/>
            <a:ext cx="18015" cy="26670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143838" y="215163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2177088" y="479123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dirty="0" err="1" smtClean="0">
                <a:solidFill>
                  <a:srgbClr val="FFFF00"/>
                </a:solidFill>
                <a:latin typeface="Times New Roman"/>
                <a:cs typeface="Times New Roman"/>
              </a:rPr>
              <a:t>Cơ</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sở</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quá</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trình</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hình</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thành</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và</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phát</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triển</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tư</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tưởng</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Hồ</a:t>
            </a:r>
            <a:r>
              <a:rPr lang="en-US" sz="2000" b="1" i="1" dirty="0" smtClean="0">
                <a:solidFill>
                  <a:srgbClr val="FFFF00"/>
                </a:solidFill>
                <a:latin typeface="Times New Roman"/>
                <a:cs typeface="Times New Roman"/>
              </a:rPr>
              <a:t> </a:t>
            </a:r>
            <a:r>
              <a:rPr lang="en-US" sz="2000" b="1" i="1" dirty="0" err="1" smtClean="0">
                <a:solidFill>
                  <a:srgbClr val="FFFF00"/>
                </a:solidFill>
                <a:latin typeface="Times New Roman"/>
                <a:cs typeface="Times New Roman"/>
              </a:rPr>
              <a:t>Chí</a:t>
            </a:r>
            <a:r>
              <a:rPr lang="en-US" sz="2000" b="1" i="1" dirty="0" smtClean="0">
                <a:solidFill>
                  <a:srgbClr val="FFFF00"/>
                </a:solidFill>
                <a:latin typeface="Times New Roman"/>
                <a:cs typeface="Times New Roman"/>
              </a:rPr>
              <a:t> Minh</a:t>
            </a:r>
            <a:endParaRPr lang="en-US" sz="2000" b="1" i="1" dirty="0">
              <a:solidFill>
                <a:srgbClr val="FFFF00"/>
              </a:solidFill>
              <a:latin typeface="Times New Roman"/>
              <a:cs typeface="Times New Roman"/>
            </a:endParaRPr>
          </a:p>
        </p:txBody>
      </p:sp>
      <p:sp>
        <p:nvSpPr>
          <p:cNvPr id="18" name="Rectangle 17"/>
          <p:cNvSpPr/>
          <p:nvPr/>
        </p:nvSpPr>
        <p:spPr>
          <a:xfrm>
            <a:off x="0" y="0"/>
            <a:ext cx="9144000"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
        <p:nvSpPr>
          <p:cNvPr id="25" name="Text Box 36"/>
          <p:cNvSpPr txBox="1">
            <a:spLocks noChangeArrowheads="1"/>
          </p:cNvSpPr>
          <p:nvPr/>
        </p:nvSpPr>
        <p:spPr bwMode="auto">
          <a:xfrm>
            <a:off x="3252686" y="4536757"/>
            <a:ext cx="4900714"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FF0000"/>
                </a:solidFill>
                <a:latin typeface="Times New Roman"/>
                <a:cs typeface="Times New Roman"/>
              </a:rPr>
              <a:t>III. </a:t>
            </a:r>
            <a:r>
              <a:rPr lang="en-US" sz="2600" dirty="0" err="1" smtClean="0">
                <a:solidFill>
                  <a:srgbClr val="FF0000"/>
                </a:solidFill>
                <a:latin typeface="Times New Roman"/>
                <a:cs typeface="Times New Roman"/>
              </a:rPr>
              <a:t>Giá</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trị</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tưởng</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Hồ</a:t>
            </a:r>
            <a:r>
              <a:rPr lang="en-US" sz="2600" dirty="0" smtClean="0">
                <a:solidFill>
                  <a:srgbClr val="FF0000"/>
                </a:solidFill>
                <a:latin typeface="Times New Roman"/>
                <a:cs typeface="Times New Roman"/>
              </a:rPr>
              <a:t> </a:t>
            </a:r>
            <a:r>
              <a:rPr lang="en-US" sz="2600" dirty="0" err="1" smtClean="0">
                <a:solidFill>
                  <a:srgbClr val="FF0000"/>
                </a:solidFill>
                <a:latin typeface="Times New Roman"/>
                <a:cs typeface="Times New Roman"/>
              </a:rPr>
              <a:t>Chí</a:t>
            </a:r>
            <a:r>
              <a:rPr lang="en-US" sz="2600" dirty="0" smtClean="0">
                <a:solidFill>
                  <a:srgbClr val="FF0000"/>
                </a:solidFill>
                <a:latin typeface="Times New Roman"/>
                <a:cs typeface="Times New Roman"/>
              </a:rPr>
              <a:t> Minh</a:t>
            </a:r>
            <a:endParaRPr lang="en-US" sz="2600" dirty="0">
              <a:solidFill>
                <a:srgbClr val="FF0000"/>
              </a:solidFill>
              <a:latin typeface="Times New Roman"/>
              <a:cs typeface="Times New Roman"/>
            </a:endParaRPr>
          </a:p>
        </p:txBody>
      </p:sp>
      <p:cxnSp>
        <p:nvCxnSpPr>
          <p:cNvPr id="26" name="Straight Arrow Connector 25"/>
          <p:cNvCxnSpPr/>
          <p:nvPr/>
        </p:nvCxnSpPr>
        <p:spPr>
          <a:xfrm>
            <a:off x="2209800" y="33528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1000"/>
                                        <p:tgtEl>
                                          <p:spTgt spid="25"/>
                                        </p:tgtEl>
                                      </p:cBhvr>
                                    </p:animEffect>
                                    <p:anim calcmode="lin" valueType="num">
                                      <p:cBhvr>
                                        <p:cTn id="40" dur="1000" fill="hold"/>
                                        <p:tgtEl>
                                          <p:spTgt spid="25"/>
                                        </p:tgtEl>
                                        <p:attrNameLst>
                                          <p:attrName>ppt_x</p:attrName>
                                        </p:attrNameLst>
                                      </p:cBhvr>
                                      <p:tavLst>
                                        <p:tav tm="0">
                                          <p:val>
                                            <p:strVal val="#ppt_x"/>
                                          </p:val>
                                        </p:tav>
                                        <p:tav tm="100000">
                                          <p:val>
                                            <p:strVal val="#ppt_x"/>
                                          </p:val>
                                        </p:tav>
                                      </p:tavLst>
                                    </p:anim>
                                    <p:anim calcmode="lin" valueType="num">
                                      <p:cBhvr>
                                        <p:cTn id="41" dur="1000" fill="hold"/>
                                        <p:tgtEl>
                                          <p:spTgt spid="25"/>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1000"/>
                                        <p:tgtEl>
                                          <p:spTgt spid="26"/>
                                        </p:tgtEl>
                                      </p:cBhvr>
                                    </p:animEffect>
                                    <p:anim calcmode="lin" valueType="num">
                                      <p:cBhvr>
                                        <p:cTn id="45" dur="1000" fill="hold"/>
                                        <p:tgtEl>
                                          <p:spTgt spid="26"/>
                                        </p:tgtEl>
                                        <p:attrNameLst>
                                          <p:attrName>ppt_x</p:attrName>
                                        </p:attrNameLst>
                                      </p:cBhvr>
                                      <p:tavLst>
                                        <p:tav tm="0">
                                          <p:val>
                                            <p:strVal val="#ppt_x"/>
                                          </p:val>
                                        </p:tav>
                                        <p:tav tm="100000">
                                          <p:val>
                                            <p:strVal val="#ppt_x"/>
                                          </p:val>
                                        </p:tav>
                                      </p:tavLst>
                                    </p:anim>
                                    <p:anim calcmode="lin" valueType="num">
                                      <p:cBhvr>
                                        <p:cTn id="4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5A6C90-4246-40F9-9392-090184973BD3}" type="datetime1">
              <a:rPr lang="en-US" smtClean="0"/>
              <a:t>9/4/2025</a:t>
            </a:fld>
            <a:endParaRPr lang="en-US"/>
          </a:p>
        </p:txBody>
      </p:sp>
      <p:sp>
        <p:nvSpPr>
          <p:cNvPr id="4" name="Footer Placeholder 3"/>
          <p:cNvSpPr>
            <a:spLocks noGrp="1"/>
          </p:cNvSpPr>
          <p:nvPr>
            <p:ph type="ftr" sz="quarter" idx="11"/>
          </p:nvPr>
        </p:nvSpPr>
        <p:spPr/>
        <p:txBody>
          <a:bodyPr/>
          <a:lstStyle/>
          <a:p>
            <a:r>
              <a:rPr lang="vi-VN" smtClean="0"/>
              <a:t>301002_Chương 7</a:t>
            </a:r>
            <a:endParaRPr lang="en-US"/>
          </a:p>
        </p:txBody>
      </p:sp>
      <p:sp>
        <p:nvSpPr>
          <p:cNvPr id="6" name="Slide Number Placeholder 5"/>
          <p:cNvSpPr>
            <a:spLocks noGrp="1"/>
          </p:cNvSpPr>
          <p:nvPr>
            <p:ph type="sldNum" sz="quarter" idx="12"/>
          </p:nvPr>
        </p:nvSpPr>
        <p:spPr/>
        <p:txBody>
          <a:bodyPr/>
          <a:lstStyle/>
          <a:p>
            <a:fld id="{A58A153D-734D-405D-8FB4-686C2D8CE407}" type="slidenum">
              <a:rPr lang="en-US" smtClean="0"/>
              <a:pPr/>
              <a:t>4</a:t>
            </a:fld>
            <a:endParaRPr lang="en-US"/>
          </a:p>
        </p:txBody>
      </p:sp>
      <p:sp>
        <p:nvSpPr>
          <p:cNvPr id="7" name="Title 1"/>
          <p:cNvSpPr txBox="1">
            <a:spLocks/>
          </p:cNvSpPr>
          <p:nvPr/>
        </p:nvSpPr>
        <p:spPr>
          <a:xfrm>
            <a:off x="381000" y="289560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smtClean="0">
                <a:solidFill>
                  <a:srgbClr val="FF0000"/>
                </a:solidFill>
                <a:latin typeface="Times New Roman" pitchFamily="18" charset="0"/>
                <a:cs typeface="Times New Roman" pitchFamily="18" charset="0"/>
              </a:rPr>
              <a:t>I. CƠ SỞ HÌNH THÀNH </a:t>
            </a:r>
          </a:p>
          <a:p>
            <a:pPr>
              <a:lnSpc>
                <a:spcPct val="150000"/>
              </a:lnSpc>
            </a:pPr>
            <a:r>
              <a:rPr lang="en-US" sz="3000" b="1" dirty="0" smtClean="0">
                <a:solidFill>
                  <a:srgbClr val="FF0000"/>
                </a:solidFill>
                <a:latin typeface="Times New Roman" pitchFamily="18" charset="0"/>
                <a:cs typeface="Times New Roman" pitchFamily="18" charset="0"/>
              </a:rPr>
              <a:t>TƯ TƯỞNG HỒ CHÍ MINH</a:t>
            </a:r>
            <a:endParaRPr lang="en-US" sz="3000" b="1" dirty="0">
              <a:solidFill>
                <a:srgbClr val="FF0000"/>
              </a:solidFill>
              <a:latin typeface="Times New Roman" pitchFamily="18" charset="0"/>
              <a:cs typeface="Times New Roman" pitchFamily="18" charset="0"/>
            </a:endParaRPr>
          </a:p>
        </p:txBody>
      </p:sp>
      <p:sp>
        <p:nvSpPr>
          <p:cNvPr id="8"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0"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9" name="Rectangle 8"/>
          <p:cNvSpPr/>
          <p:nvPr/>
        </p:nvSpPr>
        <p:spPr>
          <a:xfrm>
            <a:off x="0" y="0"/>
            <a:ext cx="2819400"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descr="Logo Trường Đại học Bách khoa Thành phố Hồ Chí Min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9849689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7</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5</a:t>
            </a:fld>
            <a:endParaRPr lang="en-US"/>
          </a:p>
        </p:txBody>
      </p:sp>
      <p:sp>
        <p:nvSpPr>
          <p:cNvPr id="10" name="Text Box 36"/>
          <p:cNvSpPr txBox="1">
            <a:spLocks noChangeArrowheads="1"/>
          </p:cNvSpPr>
          <p:nvPr/>
        </p:nvSpPr>
        <p:spPr bwMode="auto">
          <a:xfrm>
            <a:off x="0" y="2830908"/>
            <a:ext cx="2362200" cy="107721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200" b="1" dirty="0" smtClean="0">
                <a:solidFill>
                  <a:srgbClr val="FF0000"/>
                </a:solidFill>
                <a:latin typeface="Times New Roman"/>
                <a:cs typeface="Times New Roman"/>
              </a:rPr>
              <a:t>I. </a:t>
            </a:r>
            <a:r>
              <a:rPr lang="en-US" sz="3200" b="1" dirty="0" err="1" smtClean="0">
                <a:solidFill>
                  <a:srgbClr val="FF0000"/>
                </a:solidFill>
                <a:latin typeface="Times New Roman"/>
                <a:cs typeface="Times New Roman"/>
              </a:rPr>
              <a:t>Cơ</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sở</a:t>
            </a:r>
            <a:r>
              <a:rPr lang="en-US" sz="3200" b="1" dirty="0" smtClean="0">
                <a:solidFill>
                  <a:srgbClr val="FF0000"/>
                </a:solidFill>
                <a:latin typeface="Times New Roman"/>
                <a:cs typeface="Times New Roman"/>
              </a:rPr>
              <a:t> </a:t>
            </a:r>
          </a:p>
          <a:p>
            <a:pPr algn="ctr"/>
            <a:r>
              <a:rPr lang="en-US" sz="3200" b="1" dirty="0" err="1" smtClean="0">
                <a:solidFill>
                  <a:srgbClr val="FF0000"/>
                </a:solidFill>
                <a:latin typeface="Times New Roman"/>
                <a:cs typeface="Times New Roman"/>
              </a:rPr>
              <a:t>hình</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thành</a:t>
            </a:r>
            <a:endParaRPr lang="en-US" sz="3200" b="1" dirty="0">
              <a:solidFill>
                <a:srgbClr val="FF0000"/>
              </a:solidFill>
              <a:latin typeface="Times New Roman"/>
              <a:cs typeface="Times New Roman"/>
            </a:endParaRPr>
          </a:p>
        </p:txBody>
      </p:sp>
      <p:sp>
        <p:nvSpPr>
          <p:cNvPr id="11" name="Text Box 36"/>
          <p:cNvSpPr txBox="1">
            <a:spLocks noChangeArrowheads="1"/>
          </p:cNvSpPr>
          <p:nvPr/>
        </p:nvSpPr>
        <p:spPr bwMode="auto">
          <a:xfrm>
            <a:off x="3810000" y="1851720"/>
            <a:ext cx="3534956"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600" dirty="0" smtClean="0">
                <a:solidFill>
                  <a:srgbClr val="002060"/>
                </a:solidFill>
                <a:latin typeface="Times New Roman"/>
                <a:cs typeface="Times New Roman"/>
              </a:rPr>
              <a:t>1. </a:t>
            </a:r>
            <a:r>
              <a:rPr lang="en-US" sz="2600" dirty="0" err="1" smtClean="0">
                <a:solidFill>
                  <a:srgbClr val="002060"/>
                </a:solidFill>
                <a:latin typeface="Times New Roman"/>
                <a:cs typeface="Times New Roman"/>
              </a:rPr>
              <a:t>Cơ</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sở</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thực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tiễn</a:t>
            </a:r>
            <a:endParaRPr lang="en-US" sz="2600" dirty="0">
              <a:solidFill>
                <a:srgbClr val="002060"/>
              </a:solidFill>
              <a:latin typeface="Times New Roman"/>
              <a:cs typeface="Times New Roman"/>
            </a:endParaRPr>
          </a:p>
        </p:txBody>
      </p:sp>
      <p:sp>
        <p:nvSpPr>
          <p:cNvPr id="13" name="Text Box 36"/>
          <p:cNvSpPr txBox="1">
            <a:spLocks noChangeArrowheads="1"/>
          </p:cNvSpPr>
          <p:nvPr/>
        </p:nvSpPr>
        <p:spPr bwMode="auto">
          <a:xfrm>
            <a:off x="4495800" y="3123295"/>
            <a:ext cx="2362200"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002060"/>
                </a:solidFill>
                <a:latin typeface="Times New Roman"/>
                <a:cs typeface="Times New Roman"/>
              </a:rPr>
              <a:t>2. </a:t>
            </a:r>
            <a:r>
              <a:rPr lang="en-US" sz="2600" dirty="0" err="1" smtClean="0">
                <a:solidFill>
                  <a:srgbClr val="002060"/>
                </a:solidFill>
                <a:latin typeface="Times New Roman"/>
                <a:cs typeface="Times New Roman"/>
              </a:rPr>
              <a:t>Cơ</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sở</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lý</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luận</a:t>
            </a:r>
            <a:endParaRPr lang="en-US" sz="2600" dirty="0">
              <a:solidFill>
                <a:srgbClr val="002060"/>
              </a:solidFill>
              <a:latin typeface="Times New Roman"/>
              <a:cs typeface="Times New Roman"/>
            </a:endParaRPr>
          </a:p>
        </p:txBody>
      </p:sp>
      <p:cxnSp>
        <p:nvCxnSpPr>
          <p:cNvPr id="14" name="Straight Connector 13"/>
          <p:cNvCxnSpPr/>
          <p:nvPr/>
        </p:nvCxnSpPr>
        <p:spPr>
          <a:xfrm>
            <a:off x="2555389"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015153" y="2133600"/>
            <a:ext cx="18015" cy="26670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971800" y="215163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017933" y="479123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8" name="Text Box 36"/>
          <p:cNvSpPr txBox="1">
            <a:spLocks noChangeArrowheads="1"/>
          </p:cNvSpPr>
          <p:nvPr/>
        </p:nvSpPr>
        <p:spPr bwMode="auto">
          <a:xfrm>
            <a:off x="4546602" y="4545008"/>
            <a:ext cx="2920998" cy="492443"/>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600" dirty="0" smtClean="0">
                <a:solidFill>
                  <a:srgbClr val="002060"/>
                </a:solidFill>
                <a:latin typeface="Times New Roman"/>
                <a:cs typeface="Times New Roman"/>
              </a:rPr>
              <a:t>3. </a:t>
            </a:r>
            <a:r>
              <a:rPr lang="en-US" sz="2600" dirty="0" err="1" smtClean="0">
                <a:solidFill>
                  <a:srgbClr val="002060"/>
                </a:solidFill>
                <a:latin typeface="Times New Roman"/>
                <a:cs typeface="Times New Roman"/>
              </a:rPr>
              <a:t>Nhân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tố</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chủ</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quan</a:t>
            </a:r>
            <a:endParaRPr lang="en-US" sz="2600" dirty="0">
              <a:solidFill>
                <a:srgbClr val="002060"/>
              </a:solidFill>
              <a:latin typeface="Times New Roman"/>
              <a:cs typeface="Times New Roman"/>
            </a:endParaRPr>
          </a:p>
        </p:txBody>
      </p:sp>
      <p:cxnSp>
        <p:nvCxnSpPr>
          <p:cNvPr id="19" name="Straight Arrow Connector 18"/>
          <p:cNvCxnSpPr/>
          <p:nvPr/>
        </p:nvCxnSpPr>
        <p:spPr>
          <a:xfrm>
            <a:off x="2971799" y="3505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9144000"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638708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par>
                                <p:cTn id="11" presetID="16" presetClass="entr" presetSubtype="21"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arn(inVertical)">
                                      <p:cBhvr>
                                        <p:cTn id="13" dur="500"/>
                                        <p:tgtEl>
                                          <p:spTgt spid="1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barn(inVertical)">
                                      <p:cBhvr>
                                        <p:cTn id="21" dur="500"/>
                                        <p:tgtEl>
                                          <p:spTgt spid="19"/>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arn(inVertical)">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barn(inVertical)">
                                      <p:cBhvr>
                                        <p:cTn id="29" dur="500"/>
                                        <p:tgtEl>
                                          <p:spTgt spid="17"/>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barn(inVertical)">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dirty="0"/>
          </a:p>
        </p:txBody>
      </p:sp>
      <p:sp>
        <p:nvSpPr>
          <p:cNvPr id="6" name="Footer Placeholder 5"/>
          <p:cNvSpPr>
            <a:spLocks noGrp="1"/>
          </p:cNvSpPr>
          <p:nvPr>
            <p:ph type="ftr" sz="quarter" idx="11"/>
          </p:nvPr>
        </p:nvSpPr>
        <p:spPr/>
        <p:txBody>
          <a:bodyPr/>
          <a:lstStyle/>
          <a:p>
            <a:r>
              <a:rPr lang="vi-VN" smtClean="0"/>
              <a:t>301002_Chương 7</a:t>
            </a:r>
            <a:endParaRPr lang="en-US" dirty="0"/>
          </a:p>
        </p:txBody>
      </p:sp>
      <p:sp>
        <p:nvSpPr>
          <p:cNvPr id="7" name="Slide Number Placeholder 6"/>
          <p:cNvSpPr>
            <a:spLocks noGrp="1"/>
          </p:cNvSpPr>
          <p:nvPr>
            <p:ph type="sldNum" sz="quarter" idx="12"/>
          </p:nvPr>
        </p:nvSpPr>
        <p:spPr/>
        <p:txBody>
          <a:bodyPr/>
          <a:lstStyle/>
          <a:p>
            <a:fld id="{A58A153D-734D-405D-8FB4-686C2D8CE407}" type="slidenum">
              <a:rPr lang="en-US" smtClean="0"/>
              <a:pPr/>
              <a:t>6</a:t>
            </a:fld>
            <a:endParaRPr lang="en-US" dirty="0"/>
          </a:p>
        </p:txBody>
      </p:sp>
      <p:sp>
        <p:nvSpPr>
          <p:cNvPr id="10" name="Text Box 36"/>
          <p:cNvSpPr txBox="1">
            <a:spLocks noChangeArrowheads="1"/>
          </p:cNvSpPr>
          <p:nvPr/>
        </p:nvSpPr>
        <p:spPr bwMode="auto">
          <a:xfrm>
            <a:off x="0" y="2885182"/>
            <a:ext cx="2362200" cy="107721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200" b="1" dirty="0" smtClean="0">
                <a:solidFill>
                  <a:srgbClr val="FF0000"/>
                </a:solidFill>
                <a:latin typeface="Times New Roman"/>
                <a:cs typeface="Times New Roman"/>
              </a:rPr>
              <a:t>1. </a:t>
            </a:r>
            <a:r>
              <a:rPr lang="en-US" sz="3200" b="1" dirty="0" err="1" smtClean="0">
                <a:solidFill>
                  <a:srgbClr val="FF0000"/>
                </a:solidFill>
                <a:latin typeface="Times New Roman"/>
                <a:cs typeface="Times New Roman"/>
              </a:rPr>
              <a:t>Cơ</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sở</a:t>
            </a:r>
            <a:r>
              <a:rPr lang="en-US" sz="3200" b="1" dirty="0" smtClean="0">
                <a:solidFill>
                  <a:srgbClr val="FF0000"/>
                </a:solidFill>
                <a:latin typeface="Times New Roman"/>
                <a:cs typeface="Times New Roman"/>
              </a:rPr>
              <a:t> </a:t>
            </a:r>
          </a:p>
          <a:p>
            <a:pPr algn="ctr"/>
            <a:r>
              <a:rPr lang="en-US" sz="3200" b="1" dirty="0" err="1">
                <a:solidFill>
                  <a:srgbClr val="FF0000"/>
                </a:solidFill>
                <a:latin typeface="Times New Roman"/>
                <a:cs typeface="Times New Roman"/>
              </a:rPr>
              <a:t>t</a:t>
            </a:r>
            <a:r>
              <a:rPr lang="en-US" sz="3200" b="1" dirty="0" err="1" smtClean="0">
                <a:solidFill>
                  <a:srgbClr val="FF0000"/>
                </a:solidFill>
                <a:latin typeface="Times New Roman"/>
                <a:cs typeface="Times New Roman"/>
              </a:rPr>
              <a:t>hực</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tiễn</a:t>
            </a:r>
            <a:endParaRPr lang="en-US" sz="3200" b="1" dirty="0">
              <a:solidFill>
                <a:srgbClr val="FF0000"/>
              </a:solidFill>
              <a:latin typeface="Times New Roman"/>
              <a:cs typeface="Times New Roman"/>
            </a:endParaRPr>
          </a:p>
        </p:txBody>
      </p:sp>
      <p:sp>
        <p:nvSpPr>
          <p:cNvPr id="11" name="Text Box 36"/>
          <p:cNvSpPr txBox="1">
            <a:spLocks noChangeArrowheads="1"/>
          </p:cNvSpPr>
          <p:nvPr/>
        </p:nvSpPr>
        <p:spPr bwMode="auto">
          <a:xfrm>
            <a:off x="3962400" y="1600200"/>
            <a:ext cx="457200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002060"/>
                </a:solidFill>
                <a:latin typeface="Times New Roman"/>
                <a:cs typeface="Times New Roman"/>
              </a:rPr>
              <a:t>Thực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tiễn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Việt</a:t>
            </a:r>
            <a:r>
              <a:rPr lang="en-US" sz="2600" dirty="0" smtClean="0">
                <a:solidFill>
                  <a:srgbClr val="002060"/>
                </a:solidFill>
                <a:latin typeface="Times New Roman"/>
                <a:cs typeface="Times New Roman"/>
              </a:rPr>
              <a:t> Nam </a:t>
            </a:r>
          </a:p>
          <a:p>
            <a:pPr algn="ctr">
              <a:lnSpc>
                <a:spcPct val="150000"/>
              </a:lnSpc>
            </a:pPr>
            <a:r>
              <a:rPr lang="en-US" sz="2600" dirty="0" err="1" smtClean="0">
                <a:solidFill>
                  <a:srgbClr val="002060"/>
                </a:solidFill>
                <a:latin typeface="Times New Roman"/>
                <a:cs typeface="Times New Roman"/>
              </a:rPr>
              <a:t>cuối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thế</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kỷ</a:t>
            </a:r>
            <a:r>
              <a:rPr lang="en-US" sz="2600" dirty="0" smtClean="0">
                <a:solidFill>
                  <a:srgbClr val="002060"/>
                </a:solidFill>
                <a:latin typeface="Times New Roman"/>
                <a:cs typeface="Times New Roman"/>
              </a:rPr>
              <a:t> XIX - </a:t>
            </a:r>
            <a:r>
              <a:rPr lang="en-US" sz="2600" dirty="0" err="1" smtClean="0">
                <a:solidFill>
                  <a:srgbClr val="002060"/>
                </a:solidFill>
                <a:latin typeface="Times New Roman"/>
                <a:cs typeface="Times New Roman"/>
              </a:rPr>
              <a:t>đầu</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thế</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kỷ</a:t>
            </a:r>
            <a:r>
              <a:rPr lang="en-US" sz="2600" dirty="0" smtClean="0">
                <a:solidFill>
                  <a:srgbClr val="002060"/>
                </a:solidFill>
                <a:latin typeface="Times New Roman"/>
                <a:cs typeface="Times New Roman"/>
              </a:rPr>
              <a:t> XX</a:t>
            </a:r>
            <a:endParaRPr lang="en-US" sz="2600" dirty="0">
              <a:solidFill>
                <a:srgbClr val="002060"/>
              </a:solidFill>
              <a:latin typeface="Times New Roman"/>
              <a:cs typeface="Times New Roman"/>
            </a:endParaRPr>
          </a:p>
        </p:txBody>
      </p:sp>
      <p:cxnSp>
        <p:nvCxnSpPr>
          <p:cNvPr id="14" name="Straight Connector 13"/>
          <p:cNvCxnSpPr/>
          <p:nvPr/>
        </p:nvCxnSpPr>
        <p:spPr>
          <a:xfrm>
            <a:off x="2555389"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015153" y="2133600"/>
            <a:ext cx="18015" cy="26670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971800" y="215163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017933" y="479123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8" name="Text Box 36"/>
          <p:cNvSpPr txBox="1">
            <a:spLocks noChangeArrowheads="1"/>
          </p:cNvSpPr>
          <p:nvPr/>
        </p:nvSpPr>
        <p:spPr bwMode="auto">
          <a:xfrm>
            <a:off x="3810000" y="4191000"/>
            <a:ext cx="4724400" cy="1220783"/>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a:solidFill>
                  <a:srgbClr val="002060"/>
                </a:solidFill>
                <a:latin typeface="Times New Roman"/>
                <a:cs typeface="Times New Roman"/>
              </a:rPr>
              <a:t>Thực</a:t>
            </a:r>
            <a:r>
              <a:rPr lang="en-US" sz="2600" dirty="0">
                <a:solidFill>
                  <a:srgbClr val="002060"/>
                </a:solidFill>
                <a:latin typeface="Times New Roman"/>
                <a:cs typeface="Times New Roman"/>
              </a:rPr>
              <a:t> </a:t>
            </a:r>
            <a:r>
              <a:rPr lang="en-US" sz="2600" dirty="0" err="1">
                <a:solidFill>
                  <a:srgbClr val="002060"/>
                </a:solidFill>
                <a:latin typeface="Times New Roman"/>
                <a:cs typeface="Times New Roman"/>
              </a:rPr>
              <a:t>tiễn</a:t>
            </a:r>
            <a:r>
              <a:rPr lang="en-US" sz="2600" dirty="0">
                <a:solidFill>
                  <a:srgbClr val="002060"/>
                </a:solidFill>
                <a:latin typeface="Times New Roman"/>
                <a:cs typeface="Times New Roman"/>
              </a:rPr>
              <a:t> </a:t>
            </a:r>
            <a:r>
              <a:rPr lang="en-US" sz="2600" dirty="0" err="1" smtClean="0">
                <a:solidFill>
                  <a:srgbClr val="002060"/>
                </a:solidFill>
                <a:latin typeface="Times New Roman"/>
                <a:cs typeface="Times New Roman"/>
              </a:rPr>
              <a:t>thế</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giới</a:t>
            </a:r>
            <a:endParaRPr lang="en-US" sz="2600" dirty="0" smtClean="0">
              <a:solidFill>
                <a:srgbClr val="002060"/>
              </a:solidFill>
              <a:latin typeface="Times New Roman"/>
              <a:cs typeface="Times New Roman"/>
            </a:endParaRPr>
          </a:p>
          <a:p>
            <a:pPr algn="ctr">
              <a:lnSpc>
                <a:spcPct val="150000"/>
              </a:lnSpc>
            </a:pPr>
            <a:r>
              <a:rPr lang="en-US" sz="2600" dirty="0" err="1" smtClean="0">
                <a:solidFill>
                  <a:srgbClr val="002060"/>
                </a:solidFill>
                <a:latin typeface="Times New Roman"/>
                <a:cs typeface="Times New Roman"/>
              </a:rPr>
              <a:t>cuối</a:t>
            </a:r>
            <a:r>
              <a:rPr lang="en-US" sz="2600" dirty="0" smtClean="0">
                <a:solidFill>
                  <a:srgbClr val="002060"/>
                </a:solidFill>
                <a:latin typeface="Times New Roman"/>
                <a:cs typeface="Times New Roman"/>
              </a:rPr>
              <a:t> </a:t>
            </a:r>
            <a:r>
              <a:rPr lang="en-US" sz="2600" dirty="0" err="1">
                <a:solidFill>
                  <a:srgbClr val="002060"/>
                </a:solidFill>
                <a:latin typeface="Times New Roman"/>
                <a:cs typeface="Times New Roman"/>
              </a:rPr>
              <a:t>thế</a:t>
            </a:r>
            <a:r>
              <a:rPr lang="en-US" sz="2600" dirty="0">
                <a:solidFill>
                  <a:srgbClr val="002060"/>
                </a:solidFill>
                <a:latin typeface="Times New Roman"/>
                <a:cs typeface="Times New Roman"/>
              </a:rPr>
              <a:t> </a:t>
            </a:r>
            <a:r>
              <a:rPr lang="en-US" sz="2600" dirty="0" err="1">
                <a:solidFill>
                  <a:srgbClr val="002060"/>
                </a:solidFill>
                <a:latin typeface="Times New Roman"/>
                <a:cs typeface="Times New Roman"/>
              </a:rPr>
              <a:t>kỷ</a:t>
            </a:r>
            <a:r>
              <a:rPr lang="en-US" sz="2600" dirty="0">
                <a:solidFill>
                  <a:srgbClr val="002060"/>
                </a:solidFill>
                <a:latin typeface="Times New Roman"/>
                <a:cs typeface="Times New Roman"/>
              </a:rPr>
              <a:t> </a:t>
            </a:r>
            <a:r>
              <a:rPr lang="en-US" sz="2600" dirty="0" smtClean="0">
                <a:solidFill>
                  <a:srgbClr val="002060"/>
                </a:solidFill>
                <a:latin typeface="Times New Roman"/>
                <a:cs typeface="Times New Roman"/>
              </a:rPr>
              <a:t>XIX - </a:t>
            </a:r>
            <a:r>
              <a:rPr lang="en-US" sz="2600" dirty="0" err="1">
                <a:solidFill>
                  <a:srgbClr val="002060"/>
                </a:solidFill>
                <a:latin typeface="Times New Roman"/>
                <a:cs typeface="Times New Roman"/>
              </a:rPr>
              <a:t>đầu</a:t>
            </a:r>
            <a:r>
              <a:rPr lang="en-US" sz="2600" dirty="0">
                <a:solidFill>
                  <a:srgbClr val="002060"/>
                </a:solidFill>
                <a:latin typeface="Times New Roman"/>
                <a:cs typeface="Times New Roman"/>
              </a:rPr>
              <a:t> </a:t>
            </a:r>
            <a:r>
              <a:rPr lang="en-US" sz="2600" dirty="0" err="1">
                <a:solidFill>
                  <a:srgbClr val="002060"/>
                </a:solidFill>
                <a:latin typeface="Times New Roman"/>
                <a:cs typeface="Times New Roman"/>
              </a:rPr>
              <a:t>thế</a:t>
            </a:r>
            <a:r>
              <a:rPr lang="en-US" sz="2600" dirty="0">
                <a:solidFill>
                  <a:srgbClr val="002060"/>
                </a:solidFill>
                <a:latin typeface="Times New Roman"/>
                <a:cs typeface="Times New Roman"/>
              </a:rPr>
              <a:t> </a:t>
            </a:r>
            <a:r>
              <a:rPr lang="en-US" sz="2600" dirty="0" err="1">
                <a:solidFill>
                  <a:srgbClr val="002060"/>
                </a:solidFill>
                <a:latin typeface="Times New Roman"/>
                <a:cs typeface="Times New Roman"/>
              </a:rPr>
              <a:t>kỷ</a:t>
            </a:r>
            <a:r>
              <a:rPr lang="en-US" sz="2600" dirty="0">
                <a:solidFill>
                  <a:srgbClr val="002060"/>
                </a:solidFill>
                <a:latin typeface="Times New Roman"/>
                <a:cs typeface="Times New Roman"/>
              </a:rPr>
              <a:t> XX</a:t>
            </a:r>
          </a:p>
        </p:txBody>
      </p:sp>
      <p:sp>
        <p:nvSpPr>
          <p:cNvPr id="19" name="Rectangle 18"/>
          <p:cNvSpPr/>
          <p:nvPr/>
        </p:nvSpPr>
        <p:spPr>
          <a:xfrm>
            <a:off x="0" y="0"/>
            <a:ext cx="9144000"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4"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5408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000"/>
                                        <p:tgtEl>
                                          <p:spTgt spid="17"/>
                                        </p:tgtEl>
                                      </p:cBhvr>
                                    </p:animEffect>
                                    <p:anim calcmode="lin" valueType="num">
                                      <p:cBhvr>
                                        <p:cTn id="30" dur="1000" fill="hold"/>
                                        <p:tgtEl>
                                          <p:spTgt spid="17"/>
                                        </p:tgtEl>
                                        <p:attrNameLst>
                                          <p:attrName>ppt_x</p:attrName>
                                        </p:attrNameLst>
                                      </p:cBhvr>
                                      <p:tavLst>
                                        <p:tav tm="0">
                                          <p:val>
                                            <p:strVal val="#ppt_x"/>
                                          </p:val>
                                        </p:tav>
                                        <p:tav tm="100000">
                                          <p:val>
                                            <p:strVal val="#ppt_x"/>
                                          </p:val>
                                        </p:tav>
                                      </p:tavLst>
                                    </p:anim>
                                    <p:anim calcmode="lin" valueType="num">
                                      <p:cBhvr>
                                        <p:cTn id="31" dur="1000" fill="hold"/>
                                        <p:tgtEl>
                                          <p:spTgt spid="1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1000"/>
                                        <p:tgtEl>
                                          <p:spTgt spid="18"/>
                                        </p:tgtEl>
                                      </p:cBhvr>
                                    </p:animEffect>
                                    <p:anim calcmode="lin" valueType="num">
                                      <p:cBhvr>
                                        <p:cTn id="35" dur="1000" fill="hold"/>
                                        <p:tgtEl>
                                          <p:spTgt spid="18"/>
                                        </p:tgtEl>
                                        <p:attrNameLst>
                                          <p:attrName>ppt_x</p:attrName>
                                        </p:attrNameLst>
                                      </p:cBhvr>
                                      <p:tavLst>
                                        <p:tav tm="0">
                                          <p:val>
                                            <p:strVal val="#ppt_x"/>
                                          </p:val>
                                        </p:tav>
                                        <p:tav tm="100000">
                                          <p:val>
                                            <p:strVal val="#ppt_x"/>
                                          </p:val>
                                        </p:tav>
                                      </p:tavLst>
                                    </p:anim>
                                    <p:anim calcmode="lin" valueType="num">
                                      <p:cBhvr>
                                        <p:cTn id="3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7</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6135" y="1143000"/>
            <a:ext cx="8153400"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err="1" smtClean="0">
                <a:solidFill>
                  <a:srgbClr val="C00000"/>
                </a:solidFill>
                <a:latin typeface="Times New Roman"/>
                <a:cs typeface="Times New Roman"/>
              </a:rPr>
              <a:t>Thực</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tiễn</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Việt</a:t>
            </a:r>
            <a:r>
              <a:rPr lang="en-US" sz="2600" b="1" dirty="0" smtClean="0">
                <a:solidFill>
                  <a:srgbClr val="C00000"/>
                </a:solidFill>
                <a:latin typeface="Times New Roman"/>
                <a:cs typeface="Times New Roman"/>
              </a:rPr>
              <a:t> Nam </a:t>
            </a:r>
            <a:r>
              <a:rPr lang="en-US" sz="2600" b="1" dirty="0" err="1" smtClean="0">
                <a:solidFill>
                  <a:srgbClr val="C00000"/>
                </a:solidFill>
                <a:latin typeface="Times New Roman"/>
                <a:cs typeface="Times New Roman"/>
              </a:rPr>
              <a:t>cuối</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XIX - </a:t>
            </a:r>
            <a:r>
              <a:rPr lang="en-US" sz="2600" b="1" dirty="0" err="1" smtClean="0">
                <a:solidFill>
                  <a:srgbClr val="C00000"/>
                </a:solidFill>
                <a:latin typeface="Times New Roman"/>
                <a:cs typeface="Times New Roman"/>
              </a:rPr>
              <a:t>đầu</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XX</a:t>
            </a:r>
            <a:endParaRPr lang="en-US" sz="2600" b="1" dirty="0">
              <a:solidFill>
                <a:srgbClr val="C00000"/>
              </a:solidFill>
              <a:latin typeface="Times New Roman"/>
              <a:cs typeface="Times New Roman"/>
            </a:endParaRPr>
          </a:p>
        </p:txBody>
      </p:sp>
      <p:pic>
        <p:nvPicPr>
          <p:cNvPr id="18" name="Picture 10" descr="TrauCayRuong_195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9600" y="3124200"/>
            <a:ext cx="2174756" cy="2864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1" descr="marche_coch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124200"/>
            <a:ext cx="2103454" cy="2864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 Box 36"/>
          <p:cNvSpPr txBox="1">
            <a:spLocks noChangeArrowheads="1"/>
          </p:cNvSpPr>
          <p:nvPr/>
        </p:nvSpPr>
        <p:spPr bwMode="auto">
          <a:xfrm>
            <a:off x="3657599" y="2050703"/>
            <a:ext cx="5334001"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002060"/>
                </a:solidFill>
                <a:latin typeface="Times New Roman"/>
                <a:cs typeface="Times New Roman"/>
              </a:rPr>
              <a:t>Kinh</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tế</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Sản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xuất</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nông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nghiệp</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lạc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hậu</a:t>
            </a:r>
            <a:endParaRPr lang="en-US" sz="2600" dirty="0">
              <a:solidFill>
                <a:srgbClr val="002060"/>
              </a:solidFill>
              <a:latin typeface="Times New Roman"/>
              <a:cs typeface="Times New Roman"/>
            </a:endParaRPr>
          </a:p>
        </p:txBody>
      </p:sp>
      <p:sp>
        <p:nvSpPr>
          <p:cNvPr id="15"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7" name="Rectangle 16"/>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 descr="Logo Trường Đại học Bách khoa Thành phố Hồ Chí Min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4"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794899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par>
                                <p:cTn id="13" presetID="22" presetClass="entr" presetSubtype="4"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8</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6135" y="1143000"/>
            <a:ext cx="8153400"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err="1" smtClean="0">
                <a:solidFill>
                  <a:srgbClr val="C00000"/>
                </a:solidFill>
                <a:latin typeface="Times New Roman"/>
                <a:cs typeface="Times New Roman"/>
              </a:rPr>
              <a:t>Thực</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tiễn</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Việt</a:t>
            </a:r>
            <a:r>
              <a:rPr lang="en-US" sz="2600" b="1" dirty="0" smtClean="0">
                <a:solidFill>
                  <a:srgbClr val="C00000"/>
                </a:solidFill>
                <a:latin typeface="Times New Roman"/>
                <a:cs typeface="Times New Roman"/>
              </a:rPr>
              <a:t> Nam </a:t>
            </a:r>
            <a:r>
              <a:rPr lang="en-US" sz="2600" b="1" dirty="0" err="1" smtClean="0">
                <a:solidFill>
                  <a:srgbClr val="C00000"/>
                </a:solidFill>
                <a:latin typeface="Times New Roman"/>
                <a:cs typeface="Times New Roman"/>
              </a:rPr>
              <a:t>cuối</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XIX - </a:t>
            </a:r>
            <a:r>
              <a:rPr lang="en-US" sz="2600" b="1" dirty="0" err="1" smtClean="0">
                <a:solidFill>
                  <a:srgbClr val="C00000"/>
                </a:solidFill>
                <a:latin typeface="Times New Roman"/>
                <a:cs typeface="Times New Roman"/>
              </a:rPr>
              <a:t>đầu</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XX</a:t>
            </a:r>
            <a:endParaRPr lang="en-US" sz="2600" b="1" dirty="0">
              <a:solidFill>
                <a:srgbClr val="C00000"/>
              </a:solidFill>
              <a:latin typeface="Times New Roman"/>
              <a:cs typeface="Times New Roman"/>
            </a:endParaRPr>
          </a:p>
        </p:txBody>
      </p:sp>
      <p:sp>
        <p:nvSpPr>
          <p:cNvPr id="22" name="Text Box 36"/>
          <p:cNvSpPr txBox="1">
            <a:spLocks noChangeArrowheads="1"/>
          </p:cNvSpPr>
          <p:nvPr/>
        </p:nvSpPr>
        <p:spPr bwMode="auto">
          <a:xfrm>
            <a:off x="3657599" y="1981200"/>
            <a:ext cx="5334001" cy="1010726"/>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20000"/>
              </a:lnSpc>
            </a:pPr>
            <a:r>
              <a:rPr lang="en-US" sz="2600" dirty="0" err="1" smtClean="0">
                <a:solidFill>
                  <a:srgbClr val="002060"/>
                </a:solidFill>
                <a:latin typeface="Times New Roman"/>
                <a:cs typeface="Times New Roman"/>
              </a:rPr>
              <a:t>Chính</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trị</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Phong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kiến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tập</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quyền</a:t>
            </a:r>
            <a:r>
              <a:rPr lang="en-US" sz="2600" dirty="0" smtClean="0">
                <a:solidFill>
                  <a:srgbClr val="002060"/>
                </a:solidFill>
                <a:latin typeface="Times New Roman"/>
                <a:cs typeface="Times New Roman"/>
              </a:rPr>
              <a:t> </a:t>
            </a:r>
          </a:p>
          <a:p>
            <a:pPr algn="ctr">
              <a:lnSpc>
                <a:spcPct val="120000"/>
              </a:lnSpc>
            </a:pPr>
            <a:r>
              <a:rPr lang="en-US" sz="2600" dirty="0" err="1" smtClean="0">
                <a:solidFill>
                  <a:srgbClr val="002060"/>
                </a:solidFill>
                <a:latin typeface="Times New Roman"/>
                <a:cs typeface="Times New Roman"/>
              </a:rPr>
              <a:t>bảo</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thủ</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suy</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thoái</a:t>
            </a:r>
            <a:endParaRPr lang="en-US" sz="2600" dirty="0">
              <a:solidFill>
                <a:srgbClr val="002060"/>
              </a:solidFill>
              <a:latin typeface="Times New Roman"/>
              <a:cs typeface="Times New Roman"/>
            </a:endParaRPr>
          </a:p>
        </p:txBody>
      </p:sp>
      <p:pic>
        <p:nvPicPr>
          <p:cNvPr id="15" name="Picture 7" descr="tonkin_tribunal_2_retouch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32946" y="3179007"/>
            <a:ext cx="2272654" cy="28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8" descr="mandarin_rendant_la_justic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705600" y="3179006"/>
            <a:ext cx="2162686" cy="2840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9" name="Rectangle 18"/>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 descr="Logo Trường Đại học Bách khoa Thành phố Hồ Chí Min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4"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415425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par>
                                <p:cTn id="8" presetID="16" presetClass="entr" presetSubtype="2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par>
                                <p:cTn id="11" presetID="16" presetClass="entr" presetSubtype="21"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barn(inVertical)">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9</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6135" y="1143000"/>
            <a:ext cx="8153400"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err="1" smtClean="0">
                <a:solidFill>
                  <a:srgbClr val="C00000"/>
                </a:solidFill>
                <a:latin typeface="Times New Roman"/>
                <a:cs typeface="Times New Roman"/>
              </a:rPr>
              <a:t>Thực</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tiễn</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Việt</a:t>
            </a:r>
            <a:r>
              <a:rPr lang="en-US" sz="2600" b="1" dirty="0" smtClean="0">
                <a:solidFill>
                  <a:srgbClr val="C00000"/>
                </a:solidFill>
                <a:latin typeface="Times New Roman"/>
                <a:cs typeface="Times New Roman"/>
              </a:rPr>
              <a:t> Nam </a:t>
            </a:r>
            <a:r>
              <a:rPr lang="en-US" sz="2600" b="1" dirty="0" err="1" smtClean="0">
                <a:solidFill>
                  <a:srgbClr val="C00000"/>
                </a:solidFill>
                <a:latin typeface="Times New Roman"/>
                <a:cs typeface="Times New Roman"/>
              </a:rPr>
              <a:t>cuối</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XIX - </a:t>
            </a:r>
            <a:r>
              <a:rPr lang="en-US" sz="2600" b="1" dirty="0" err="1" smtClean="0">
                <a:solidFill>
                  <a:srgbClr val="C00000"/>
                </a:solidFill>
                <a:latin typeface="Times New Roman"/>
                <a:cs typeface="Times New Roman"/>
              </a:rPr>
              <a:t>đầu</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XX</a:t>
            </a:r>
            <a:endParaRPr lang="en-US" sz="2600" b="1" dirty="0">
              <a:solidFill>
                <a:srgbClr val="C00000"/>
              </a:solidFill>
              <a:latin typeface="Times New Roman"/>
              <a:cs typeface="Times New Roman"/>
            </a:endParaRPr>
          </a:p>
        </p:txBody>
      </p:sp>
      <p:sp>
        <p:nvSpPr>
          <p:cNvPr id="22" name="Text Box 36"/>
          <p:cNvSpPr txBox="1">
            <a:spLocks noChangeArrowheads="1"/>
          </p:cNvSpPr>
          <p:nvPr/>
        </p:nvSpPr>
        <p:spPr bwMode="auto">
          <a:xfrm>
            <a:off x="3657599" y="1981200"/>
            <a:ext cx="5334001" cy="530594"/>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20000"/>
              </a:lnSpc>
            </a:pPr>
            <a:r>
              <a:rPr lang="en-US" sz="2600" dirty="0" err="1" smtClean="0">
                <a:solidFill>
                  <a:srgbClr val="002060"/>
                </a:solidFill>
                <a:latin typeface="Times New Roman"/>
                <a:cs typeface="Times New Roman"/>
              </a:rPr>
              <a:t>Văn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hóa-Xã</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hội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Khép</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kín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lạc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hậu</a:t>
            </a:r>
            <a:endParaRPr lang="en-US" sz="2600" dirty="0">
              <a:solidFill>
                <a:srgbClr val="002060"/>
              </a:solidFill>
              <a:latin typeface="Times New Roman"/>
              <a:cs typeface="Times New Roman"/>
            </a:endParaRPr>
          </a:p>
        </p:txBody>
      </p:sp>
      <p:pic>
        <p:nvPicPr>
          <p:cNvPr id="18" name="Picture 8" descr="Thay_gia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2857500"/>
            <a:ext cx="45720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5" name="Rectangle 14"/>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423588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10</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6135" y="1143000"/>
            <a:ext cx="8153400"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err="1" smtClean="0">
                <a:solidFill>
                  <a:srgbClr val="C00000"/>
                </a:solidFill>
                <a:latin typeface="Times New Roman"/>
                <a:cs typeface="Times New Roman"/>
              </a:rPr>
              <a:t>Thực</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tiễn</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Việt</a:t>
            </a:r>
            <a:r>
              <a:rPr lang="en-US" sz="2600" b="1" dirty="0" smtClean="0">
                <a:solidFill>
                  <a:srgbClr val="C00000"/>
                </a:solidFill>
                <a:latin typeface="Times New Roman"/>
                <a:cs typeface="Times New Roman"/>
              </a:rPr>
              <a:t> Nam </a:t>
            </a:r>
            <a:r>
              <a:rPr lang="en-US" sz="2600" b="1" dirty="0" err="1" smtClean="0">
                <a:solidFill>
                  <a:srgbClr val="C00000"/>
                </a:solidFill>
                <a:latin typeface="Times New Roman"/>
                <a:cs typeface="Times New Roman"/>
              </a:rPr>
              <a:t>cuối</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XIX - </a:t>
            </a:r>
            <a:r>
              <a:rPr lang="en-US" sz="2600" b="1" dirty="0" err="1" smtClean="0">
                <a:solidFill>
                  <a:srgbClr val="C00000"/>
                </a:solidFill>
                <a:latin typeface="Times New Roman"/>
                <a:cs typeface="Times New Roman"/>
              </a:rPr>
              <a:t>đầu</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XX</a:t>
            </a:r>
            <a:endParaRPr lang="en-US" sz="2600" b="1" dirty="0">
              <a:solidFill>
                <a:srgbClr val="C00000"/>
              </a:solidFill>
              <a:latin typeface="Times New Roman"/>
              <a:cs typeface="Times New Roman"/>
            </a:endParaRPr>
          </a:p>
        </p:txBody>
      </p:sp>
      <p:sp>
        <p:nvSpPr>
          <p:cNvPr id="22" name="Text Box 36"/>
          <p:cNvSpPr txBox="1">
            <a:spLocks noChangeArrowheads="1"/>
          </p:cNvSpPr>
          <p:nvPr/>
        </p:nvSpPr>
        <p:spPr bwMode="auto">
          <a:xfrm>
            <a:off x="-152400" y="3048000"/>
            <a:ext cx="2955235" cy="1434624"/>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20000"/>
              </a:lnSpc>
            </a:pPr>
            <a:r>
              <a:rPr lang="en-US" sz="3700" dirty="0" err="1" smtClean="0">
                <a:solidFill>
                  <a:srgbClr val="002060"/>
                </a:solidFill>
                <a:latin typeface="Times New Roman"/>
                <a:cs typeface="Times New Roman"/>
              </a:rPr>
              <a:t>Bị</a:t>
            </a:r>
            <a:r>
              <a:rPr lang="en-US" sz="3700" dirty="0" smtClean="0">
                <a:solidFill>
                  <a:srgbClr val="002060"/>
                </a:solidFill>
                <a:latin typeface="Times New Roman"/>
                <a:cs typeface="Times New Roman"/>
              </a:rPr>
              <a:t> </a:t>
            </a:r>
            <a:r>
              <a:rPr lang="en-US" sz="3700" dirty="0" err="1" smtClean="0">
                <a:solidFill>
                  <a:srgbClr val="002060"/>
                </a:solidFill>
                <a:latin typeface="Times New Roman"/>
                <a:cs typeface="Times New Roman"/>
              </a:rPr>
              <a:t>xâm</a:t>
            </a:r>
            <a:r>
              <a:rPr lang="en-US" sz="3700" dirty="0" smtClean="0">
                <a:solidFill>
                  <a:srgbClr val="002060"/>
                </a:solidFill>
                <a:latin typeface="Times New Roman"/>
                <a:cs typeface="Times New Roman"/>
              </a:rPr>
              <a:t> </a:t>
            </a:r>
            <a:r>
              <a:rPr lang="en-US" sz="3700" dirty="0" err="1" smtClean="0">
                <a:solidFill>
                  <a:srgbClr val="002060"/>
                </a:solidFill>
                <a:latin typeface="Times New Roman"/>
                <a:cs typeface="Times New Roman"/>
              </a:rPr>
              <a:t>lược</a:t>
            </a:r>
            <a:r>
              <a:rPr lang="en-US" sz="3700" dirty="0" smtClean="0">
                <a:solidFill>
                  <a:srgbClr val="002060"/>
                </a:solidFill>
                <a:latin typeface="Times New Roman"/>
                <a:cs typeface="Times New Roman"/>
              </a:rPr>
              <a:t> </a:t>
            </a:r>
            <a:r>
              <a:rPr lang="en-US" sz="3700" dirty="0" err="1" smtClean="0">
                <a:solidFill>
                  <a:srgbClr val="002060"/>
                </a:solidFill>
                <a:latin typeface="Times New Roman"/>
                <a:cs typeface="Times New Roman"/>
              </a:rPr>
              <a:t>và</a:t>
            </a:r>
            <a:r>
              <a:rPr lang="en-US" sz="3700" dirty="0" smtClean="0">
                <a:solidFill>
                  <a:srgbClr val="002060"/>
                </a:solidFill>
                <a:latin typeface="Times New Roman"/>
                <a:cs typeface="Times New Roman"/>
              </a:rPr>
              <a:t> </a:t>
            </a:r>
            <a:r>
              <a:rPr lang="en-US" sz="3700" dirty="0" err="1" smtClean="0">
                <a:solidFill>
                  <a:srgbClr val="002060"/>
                </a:solidFill>
                <a:latin typeface="Times New Roman"/>
                <a:cs typeface="Times New Roman"/>
              </a:rPr>
              <a:t>thống</a:t>
            </a:r>
            <a:r>
              <a:rPr lang="en-US" sz="3700" dirty="0" smtClean="0">
                <a:solidFill>
                  <a:srgbClr val="002060"/>
                </a:solidFill>
                <a:latin typeface="Times New Roman"/>
                <a:cs typeface="Times New Roman"/>
              </a:rPr>
              <a:t> </a:t>
            </a:r>
            <a:r>
              <a:rPr lang="en-US" sz="3700" dirty="0" err="1" smtClean="0">
                <a:solidFill>
                  <a:srgbClr val="002060"/>
                </a:solidFill>
                <a:latin typeface="Times New Roman"/>
                <a:cs typeface="Times New Roman"/>
              </a:rPr>
              <a:t>trị</a:t>
            </a:r>
            <a:endParaRPr lang="en-US" sz="3700" dirty="0">
              <a:solidFill>
                <a:srgbClr val="002060"/>
              </a:solidFill>
              <a:latin typeface="Times New Roman"/>
              <a:cs typeface="Times New Roman"/>
            </a:endParaRPr>
          </a:p>
        </p:txBody>
      </p:sp>
      <p:sp>
        <p:nvSpPr>
          <p:cNvPr id="13"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7" name="Rectangle 16"/>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pic>
        <p:nvPicPr>
          <p:cNvPr id="1026" name="Picture 2" descr="http://file.qdnd.vn/data/images/13/2018/09/11/tvtuongvy/111.jpg?w=5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1763" y="2629477"/>
            <a:ext cx="6382238" cy="2399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0681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11</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6135" y="1143000"/>
            <a:ext cx="8153400"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err="1" smtClean="0">
                <a:solidFill>
                  <a:srgbClr val="C00000"/>
                </a:solidFill>
                <a:latin typeface="Times New Roman"/>
                <a:cs typeface="Times New Roman"/>
              </a:rPr>
              <a:t>Thực</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tiễn</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Việt</a:t>
            </a:r>
            <a:r>
              <a:rPr lang="en-US" sz="2600" b="1" dirty="0" smtClean="0">
                <a:solidFill>
                  <a:srgbClr val="C00000"/>
                </a:solidFill>
                <a:latin typeface="Times New Roman"/>
                <a:cs typeface="Times New Roman"/>
              </a:rPr>
              <a:t> Nam </a:t>
            </a:r>
            <a:r>
              <a:rPr lang="en-US" sz="2600" b="1" dirty="0" err="1" smtClean="0">
                <a:solidFill>
                  <a:srgbClr val="C00000"/>
                </a:solidFill>
                <a:latin typeface="Times New Roman"/>
                <a:cs typeface="Times New Roman"/>
              </a:rPr>
              <a:t>cuối</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XIX - </a:t>
            </a:r>
            <a:r>
              <a:rPr lang="en-US" sz="2600" b="1" dirty="0" err="1" smtClean="0">
                <a:solidFill>
                  <a:srgbClr val="C00000"/>
                </a:solidFill>
                <a:latin typeface="Times New Roman"/>
                <a:cs typeface="Times New Roman"/>
              </a:rPr>
              <a:t>đầu</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XX</a:t>
            </a:r>
            <a:endParaRPr lang="en-US" sz="2600" b="1" dirty="0">
              <a:solidFill>
                <a:srgbClr val="C00000"/>
              </a:solidFill>
              <a:latin typeface="Times New Roman"/>
              <a:cs typeface="Times New Roman"/>
            </a:endParaRPr>
          </a:p>
        </p:txBody>
      </p:sp>
      <p:sp>
        <p:nvSpPr>
          <p:cNvPr id="22" name="Text Box 36"/>
          <p:cNvSpPr txBox="1">
            <a:spLocks noChangeArrowheads="1"/>
          </p:cNvSpPr>
          <p:nvPr/>
        </p:nvSpPr>
        <p:spPr bwMode="auto">
          <a:xfrm>
            <a:off x="666135" y="2209800"/>
            <a:ext cx="2667000" cy="1010726"/>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20000"/>
              </a:lnSpc>
            </a:pPr>
            <a:r>
              <a:rPr lang="en-US" sz="2600" smtClean="0">
                <a:solidFill>
                  <a:srgbClr val="002060"/>
                </a:solidFill>
                <a:latin typeface="Times New Roman"/>
                <a:cs typeface="Times New Roman"/>
              </a:rPr>
              <a:t>Bị xâm lược </a:t>
            </a:r>
          </a:p>
          <a:p>
            <a:pPr algn="ctr">
              <a:lnSpc>
                <a:spcPct val="120000"/>
              </a:lnSpc>
            </a:pPr>
            <a:r>
              <a:rPr lang="en-US" sz="2600" smtClean="0">
                <a:solidFill>
                  <a:srgbClr val="002060"/>
                </a:solidFill>
                <a:latin typeface="Times New Roman"/>
                <a:cs typeface="Times New Roman"/>
              </a:rPr>
              <a:t>và thống trị</a:t>
            </a:r>
            <a:endParaRPr lang="en-US" sz="2600" dirty="0">
              <a:solidFill>
                <a:srgbClr val="002060"/>
              </a:solidFill>
              <a:latin typeface="Times New Roman"/>
              <a:cs typeface="Times New Roman"/>
            </a:endParaRPr>
          </a:p>
        </p:txBody>
      </p:sp>
      <p:pic>
        <p:nvPicPr>
          <p:cNvPr id="13" name="Picture 3" descr="untitl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1886919"/>
            <a:ext cx="3786236" cy="4056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4">
            <a:hlinkClick r:id="rId4" action="ppaction://hlinksldjump"/>
          </p:cNvPr>
          <p:cNvSpPr txBox="1">
            <a:spLocks noChangeArrowheads="1"/>
          </p:cNvSpPr>
          <p:nvPr/>
        </p:nvSpPr>
        <p:spPr bwMode="auto">
          <a:xfrm>
            <a:off x="56535" y="4819471"/>
            <a:ext cx="497266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ctr" eaLnBrk="1" hangingPunct="1"/>
            <a:r>
              <a:rPr lang="en-US" b="1" i="1">
                <a:solidFill>
                  <a:srgbClr val="C00000"/>
                </a:solidFill>
                <a:latin typeface="Times New Roman" pitchFamily="18" charset="0"/>
              </a:rPr>
              <a:t>Nhân dân Việt Nam </a:t>
            </a:r>
            <a:endParaRPr lang="en-US" b="1" i="1" smtClean="0">
              <a:solidFill>
                <a:srgbClr val="C00000"/>
              </a:solidFill>
              <a:latin typeface="Times New Roman" pitchFamily="18" charset="0"/>
            </a:endParaRPr>
          </a:p>
          <a:p>
            <a:pPr algn="ctr" eaLnBrk="1" hangingPunct="1"/>
            <a:r>
              <a:rPr lang="en-US" b="1" i="1" smtClean="0">
                <a:solidFill>
                  <a:srgbClr val="C00000"/>
                </a:solidFill>
                <a:latin typeface="Times New Roman" pitchFamily="18" charset="0"/>
              </a:rPr>
              <a:t>dưới hai tầng áp bức </a:t>
            </a:r>
          </a:p>
          <a:p>
            <a:pPr algn="ctr" eaLnBrk="1" hangingPunct="1"/>
            <a:r>
              <a:rPr lang="en-US" b="1" i="1" smtClean="0">
                <a:solidFill>
                  <a:srgbClr val="C00000"/>
                </a:solidFill>
                <a:latin typeface="Times New Roman" pitchFamily="18" charset="0"/>
              </a:rPr>
              <a:t>của đế quốc, phong kiến</a:t>
            </a:r>
            <a:endParaRPr lang="en-US" b="1" i="1">
              <a:solidFill>
                <a:srgbClr val="C00000"/>
              </a:solidFill>
              <a:latin typeface="Times New Roman" pitchFamily="18" charset="0"/>
            </a:endParaRPr>
          </a:p>
        </p:txBody>
      </p:sp>
      <p:sp>
        <p:nvSpPr>
          <p:cNvPr id="3" name="Bent Arrow 2"/>
          <p:cNvSpPr/>
          <p:nvPr/>
        </p:nvSpPr>
        <p:spPr>
          <a:xfrm>
            <a:off x="2362200" y="3505200"/>
            <a:ext cx="2590800" cy="990600"/>
          </a:xfrm>
          <a:prstGeom prst="bentArrow">
            <a:avLst>
              <a:gd name="adj1" fmla="val 22022"/>
              <a:gd name="adj2" fmla="val 25000"/>
              <a:gd name="adj3" fmla="val 25000"/>
              <a:gd name="adj4" fmla="val 39284"/>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5" name="Rectangle 14"/>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Logo Trường Đại học Bách khoa Thành phố Hồ Chí Min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1"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533245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12</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6" name="Text Box 36"/>
          <p:cNvSpPr txBox="1">
            <a:spLocks noChangeArrowheads="1"/>
          </p:cNvSpPr>
          <p:nvPr/>
        </p:nvSpPr>
        <p:spPr bwMode="auto">
          <a:xfrm>
            <a:off x="666135" y="1143000"/>
            <a:ext cx="8153400"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err="1" smtClean="0">
                <a:solidFill>
                  <a:srgbClr val="C00000"/>
                </a:solidFill>
                <a:latin typeface="Times New Roman"/>
                <a:cs typeface="Times New Roman"/>
              </a:rPr>
              <a:t>Thực</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tiễn</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Việt</a:t>
            </a:r>
            <a:r>
              <a:rPr lang="en-US" sz="2600" b="1" dirty="0" smtClean="0">
                <a:solidFill>
                  <a:srgbClr val="C00000"/>
                </a:solidFill>
                <a:latin typeface="Times New Roman"/>
                <a:cs typeface="Times New Roman"/>
              </a:rPr>
              <a:t> Nam </a:t>
            </a:r>
            <a:r>
              <a:rPr lang="en-US" sz="2600" b="1" dirty="0" err="1" smtClean="0">
                <a:solidFill>
                  <a:srgbClr val="C00000"/>
                </a:solidFill>
                <a:latin typeface="Times New Roman"/>
                <a:cs typeface="Times New Roman"/>
              </a:rPr>
              <a:t>cuối</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XIX - </a:t>
            </a:r>
            <a:r>
              <a:rPr lang="en-US" sz="2600" b="1" dirty="0" err="1" smtClean="0">
                <a:solidFill>
                  <a:srgbClr val="C00000"/>
                </a:solidFill>
                <a:latin typeface="Times New Roman"/>
                <a:cs typeface="Times New Roman"/>
              </a:rPr>
              <a:t>đầu</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XX</a:t>
            </a:r>
            <a:endParaRPr lang="en-US" sz="2600" b="1" dirty="0">
              <a:solidFill>
                <a:srgbClr val="C00000"/>
              </a:solidFill>
              <a:latin typeface="Times New Roman"/>
              <a:cs typeface="Times New Roman"/>
            </a:endParaRPr>
          </a:p>
        </p:txBody>
      </p:sp>
      <p:sp>
        <p:nvSpPr>
          <p:cNvPr id="22" name="Text Box 36"/>
          <p:cNvSpPr txBox="1">
            <a:spLocks noChangeArrowheads="1"/>
          </p:cNvSpPr>
          <p:nvPr/>
        </p:nvSpPr>
        <p:spPr bwMode="auto">
          <a:xfrm>
            <a:off x="76200" y="2743200"/>
            <a:ext cx="1749424" cy="249299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20000"/>
              </a:lnSpc>
            </a:pPr>
            <a:r>
              <a:rPr lang="en-US" sz="2600" smtClean="0">
                <a:solidFill>
                  <a:srgbClr val="002060"/>
                </a:solidFill>
                <a:latin typeface="Times New Roman"/>
                <a:cs typeface="Times New Roman"/>
              </a:rPr>
              <a:t>Phong trào yêu nước </a:t>
            </a:r>
          </a:p>
          <a:p>
            <a:pPr algn="ctr">
              <a:lnSpc>
                <a:spcPct val="120000"/>
              </a:lnSpc>
            </a:pPr>
            <a:r>
              <a:rPr lang="en-US" sz="2600" smtClean="0">
                <a:solidFill>
                  <a:srgbClr val="002060"/>
                </a:solidFill>
                <a:latin typeface="Times New Roman"/>
                <a:cs typeface="Times New Roman"/>
              </a:rPr>
              <a:t>diễn ra </a:t>
            </a:r>
          </a:p>
          <a:p>
            <a:pPr algn="ctr">
              <a:lnSpc>
                <a:spcPct val="120000"/>
              </a:lnSpc>
            </a:pPr>
            <a:r>
              <a:rPr lang="en-US" sz="2600" smtClean="0">
                <a:solidFill>
                  <a:srgbClr val="002060"/>
                </a:solidFill>
                <a:latin typeface="Times New Roman"/>
                <a:cs typeface="Times New Roman"/>
              </a:rPr>
              <a:t>liên tục</a:t>
            </a:r>
          </a:p>
          <a:p>
            <a:pPr algn="ctr">
              <a:lnSpc>
                <a:spcPct val="120000"/>
              </a:lnSpc>
            </a:pPr>
            <a:r>
              <a:rPr lang="en-US" sz="2600" smtClean="0">
                <a:solidFill>
                  <a:srgbClr val="002060"/>
                </a:solidFill>
                <a:latin typeface="Times New Roman"/>
                <a:cs typeface="Times New Roman"/>
              </a:rPr>
              <a:t>và thất bại</a:t>
            </a:r>
            <a:endParaRPr lang="en-US" sz="2600" dirty="0">
              <a:solidFill>
                <a:srgbClr val="002060"/>
              </a:solidFill>
              <a:latin typeface="Times New Roman"/>
              <a:cs typeface="Times New Roman"/>
            </a:endParaRPr>
          </a:p>
        </p:txBody>
      </p:sp>
      <p:pic>
        <p:nvPicPr>
          <p:cNvPr id="14" name="Picture 3" descr="180px-Phan_Dinh_Phu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899490"/>
            <a:ext cx="1600885" cy="1687419"/>
          </a:xfrm>
          <a:prstGeom prst="rect">
            <a:avLst/>
          </a:prstGeom>
          <a:noFill/>
          <a:ln w="57150">
            <a:solidFill>
              <a:srgbClr val="D60093"/>
            </a:solidFill>
            <a:miter lim="800000"/>
            <a:headEnd/>
            <a:tailEnd/>
          </a:ln>
          <a:extLst>
            <a:ext uri="{909E8E84-426E-40DD-AFC4-6F175D3DCCD1}">
              <a14:hiddenFill xmlns:a14="http://schemas.microsoft.com/office/drawing/2010/main">
                <a:solidFill>
                  <a:srgbClr val="FFFFFF"/>
                </a:solidFill>
              </a14:hiddenFill>
            </a:ext>
          </a:extLst>
        </p:spPr>
      </p:pic>
      <p:pic>
        <p:nvPicPr>
          <p:cNvPr id="15" name="Picture 12" descr="nguyentrungtruc(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2835" y="1859694"/>
            <a:ext cx="1514350" cy="1730686"/>
          </a:xfrm>
          <a:prstGeom prst="rect">
            <a:avLst/>
          </a:prstGeom>
          <a:noFill/>
          <a:ln w="57150">
            <a:solidFill>
              <a:srgbClr val="D60093"/>
            </a:solidFill>
            <a:miter lim="800000"/>
            <a:headEnd/>
            <a:tailEnd/>
          </a:ln>
          <a:extLst>
            <a:ext uri="{909E8E84-426E-40DD-AFC4-6F175D3DCCD1}">
              <a14:hiddenFill xmlns:a14="http://schemas.microsoft.com/office/drawing/2010/main">
                <a:solidFill>
                  <a:srgbClr val="FFFFFF"/>
                </a:solidFill>
              </a14:hiddenFill>
            </a:ext>
          </a:extLst>
        </p:spPr>
      </p:pic>
      <p:pic>
        <p:nvPicPr>
          <p:cNvPr id="18" name="Picture 13" descr="hhtham_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4200" y="1854288"/>
            <a:ext cx="1395366" cy="1709053"/>
          </a:xfrm>
          <a:prstGeom prst="rect">
            <a:avLst/>
          </a:prstGeom>
          <a:noFill/>
          <a:ln w="57150">
            <a:solidFill>
              <a:srgbClr val="FF0066"/>
            </a:solidFill>
            <a:miter lim="800000"/>
            <a:headEnd/>
            <a:tailEnd/>
          </a:ln>
          <a:extLst>
            <a:ext uri="{909E8E84-426E-40DD-AFC4-6F175D3DCCD1}">
              <a14:hiddenFill xmlns:a14="http://schemas.microsoft.com/office/drawing/2010/main">
                <a:solidFill>
                  <a:srgbClr val="FFFFFF"/>
                </a:solidFill>
              </a14:hiddenFill>
            </a:ext>
          </a:extLst>
        </p:spPr>
      </p:pic>
      <p:pic>
        <p:nvPicPr>
          <p:cNvPr id="19" name="Picture 14" descr="Tranh_v%E1%BA%BB_Tr%E1%BA%A7n_V%C4%83n_Th%C3%A0nh"/>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81400" y="3886200"/>
            <a:ext cx="396240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21" name="Rectangle 20"/>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 descr="Logo Trường Đại học Bách khoa Thành phố Hồ Chí Minh"/>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Connector 23"/>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64462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additive="base">
                                        <p:cTn id="14" dur="500" fill="hold"/>
                                        <p:tgtEl>
                                          <p:spTgt spid="14"/>
                                        </p:tgtEl>
                                        <p:attrNameLst>
                                          <p:attrName>ppt_x</p:attrName>
                                        </p:attrNameLst>
                                      </p:cBhvr>
                                      <p:tavLst>
                                        <p:tav tm="0">
                                          <p:val>
                                            <p:strVal val="#ppt_x"/>
                                          </p:val>
                                        </p:tav>
                                        <p:tav tm="100000">
                                          <p:val>
                                            <p:strVal val="#ppt_x"/>
                                          </p:val>
                                        </p:tav>
                                      </p:tavLst>
                                    </p:anim>
                                    <p:anim calcmode="lin" valueType="num">
                                      <p:cBhvr additive="base">
                                        <p:cTn id="15" dur="500" fill="hold"/>
                                        <p:tgtEl>
                                          <p:spTgt spid="14"/>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500" fill="hold"/>
                                        <p:tgtEl>
                                          <p:spTgt spid="18"/>
                                        </p:tgtEl>
                                        <p:attrNameLst>
                                          <p:attrName>ppt_x</p:attrName>
                                        </p:attrNameLst>
                                      </p:cBhvr>
                                      <p:tavLst>
                                        <p:tav tm="0">
                                          <p:val>
                                            <p:strVal val="#ppt_x"/>
                                          </p:val>
                                        </p:tav>
                                        <p:tav tm="100000">
                                          <p:val>
                                            <p:strVal val="#ppt_x"/>
                                          </p:val>
                                        </p:tav>
                                      </p:tavLst>
                                    </p:anim>
                                    <p:anim calcmode="lin" valueType="num">
                                      <p:cBhvr additive="base">
                                        <p:cTn id="23" dur="500" fill="hold"/>
                                        <p:tgtEl>
                                          <p:spTgt spid="18"/>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500" fill="hold"/>
                                        <p:tgtEl>
                                          <p:spTgt spid="19"/>
                                        </p:tgtEl>
                                        <p:attrNameLst>
                                          <p:attrName>ppt_x</p:attrName>
                                        </p:attrNameLst>
                                      </p:cBhvr>
                                      <p:tavLst>
                                        <p:tav tm="0">
                                          <p:val>
                                            <p:strVal val="#ppt_x"/>
                                          </p:val>
                                        </p:tav>
                                        <p:tav tm="100000">
                                          <p:val>
                                            <p:strVal val="#ppt_x"/>
                                          </p:val>
                                        </p:tav>
                                      </p:tavLst>
                                    </p:anim>
                                    <p:anim calcmode="lin" valueType="num">
                                      <p:cBhvr additive="base">
                                        <p:cTn id="2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5"/>
          <p:cNvSpPr>
            <a:spLocks noGrp="1"/>
          </p:cNvSpPr>
          <p:nvPr>
            <p:ph type="ftr" sz="quarter" idx="12"/>
          </p:nvPr>
        </p:nvSpPr>
        <p:spPr>
          <a:noFill/>
        </p:spPr>
        <p:txBody>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r>
              <a:rPr lang="en-US" sz="1200" smtClean="0">
                <a:solidFill>
                  <a:schemeClr val="bg1"/>
                </a:solidFill>
                <a:latin typeface="Arial" charset="0"/>
              </a:rPr>
              <a:t>www.themegallery.com</a:t>
            </a:r>
          </a:p>
        </p:txBody>
      </p:sp>
      <p:sp>
        <p:nvSpPr>
          <p:cNvPr id="52227" name="Rectangle 7"/>
          <p:cNvSpPr>
            <a:spLocks noChangeArrowheads="1"/>
          </p:cNvSpPr>
          <p:nvPr/>
        </p:nvSpPr>
        <p:spPr bwMode="auto">
          <a:xfrm>
            <a:off x="0" y="0"/>
            <a:ext cx="9144000" cy="6858000"/>
          </a:xfrm>
          <a:prstGeom prst="rect">
            <a:avLst/>
          </a:prstGeom>
          <a:solidFill>
            <a:schemeClr val="accent4">
              <a:lumMod val="40000"/>
              <a:lumOff val="60000"/>
            </a:schemeClr>
          </a:solidFill>
          <a:ln w="9525">
            <a:solidFill>
              <a:schemeClr val="tx1"/>
            </a:solidFill>
            <a:miter lim="800000"/>
            <a:headEnd/>
            <a:tailEnd/>
          </a:ln>
          <a:effectLst/>
        </p:spPr>
        <p:txBody>
          <a:bodyPr wrap="none" anchor="ctr"/>
          <a:lstStyle/>
          <a:p>
            <a:endParaRPr lang="en-US"/>
          </a:p>
        </p:txBody>
      </p:sp>
      <p:pic>
        <p:nvPicPr>
          <p:cNvPr id="52228" name="Picture 2" descr="phanboichau.jpg picture by diendantudodanch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057400"/>
            <a:ext cx="2590800" cy="3409950"/>
          </a:xfrm>
          <a:prstGeom prst="rect">
            <a:avLst/>
          </a:prstGeom>
          <a:noFill/>
          <a:ln w="57150">
            <a:solidFill>
              <a:srgbClr val="D60093"/>
            </a:solidFill>
            <a:miter lim="800000"/>
            <a:headEnd/>
            <a:tailEnd/>
          </a:ln>
          <a:extLst>
            <a:ext uri="{909E8E84-426E-40DD-AFC4-6F175D3DCCD1}">
              <a14:hiddenFill xmlns:a14="http://schemas.microsoft.com/office/drawing/2010/main">
                <a:solidFill>
                  <a:srgbClr val="FFFFFF"/>
                </a:solidFill>
              </a14:hiddenFill>
            </a:ext>
          </a:extLst>
        </p:spPr>
      </p:pic>
      <p:pic>
        <p:nvPicPr>
          <p:cNvPr id="52230" name="Picture 9" descr="pctr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2057400"/>
            <a:ext cx="2667000" cy="3429000"/>
          </a:xfrm>
          <a:prstGeom prst="rect">
            <a:avLst/>
          </a:prstGeom>
          <a:noFill/>
          <a:ln w="57150">
            <a:solidFill>
              <a:srgbClr val="FF0066"/>
            </a:solidFill>
            <a:miter lim="800000"/>
            <a:headEnd/>
            <a:tailEnd/>
          </a:ln>
          <a:extLst>
            <a:ext uri="{909E8E84-426E-40DD-AFC4-6F175D3DCCD1}">
              <a14:hiddenFill xmlns:a14="http://schemas.microsoft.com/office/drawing/2010/main">
                <a:solidFill>
                  <a:srgbClr val="FFFFFF"/>
                </a:solidFill>
              </a14:hiddenFill>
            </a:ext>
          </a:extLst>
        </p:spPr>
      </p:pic>
      <p:pic>
        <p:nvPicPr>
          <p:cNvPr id="52232" name="Picture 11" descr="Nguyenthaih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3650" y="2057400"/>
            <a:ext cx="2743200" cy="3352800"/>
          </a:xfrm>
          <a:prstGeom prst="rect">
            <a:avLst/>
          </a:prstGeom>
          <a:noFill/>
          <a:ln w="57150">
            <a:solidFill>
              <a:srgbClr val="D60093"/>
            </a:solidFill>
            <a:miter lim="800000"/>
            <a:headEnd/>
            <a:tailEnd/>
          </a:ln>
          <a:extLst>
            <a:ext uri="{909E8E84-426E-40DD-AFC4-6F175D3DCCD1}">
              <a14:hiddenFill xmlns:a14="http://schemas.microsoft.com/office/drawing/2010/main">
                <a:solidFill>
                  <a:srgbClr val="FFFFFF"/>
                </a:solidFill>
              </a14:hiddenFill>
            </a:ext>
          </a:extLst>
        </p:spPr>
      </p:pic>
      <p:pic>
        <p:nvPicPr>
          <p:cNvPr id="10" name="Picture 2" descr="Logo Trường Đại học Bách khoa Thành phố Hồ Chí Min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94988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228"/>
                                        </p:tgtEl>
                                        <p:attrNameLst>
                                          <p:attrName>style.visibility</p:attrName>
                                        </p:attrNameLst>
                                      </p:cBhvr>
                                      <p:to>
                                        <p:strVal val="visible"/>
                                      </p:to>
                                    </p:set>
                                    <p:animEffect transition="in" filter="fade">
                                      <p:cBhvr>
                                        <p:cTn id="7" dur="1000"/>
                                        <p:tgtEl>
                                          <p:spTgt spid="52228"/>
                                        </p:tgtEl>
                                      </p:cBhvr>
                                    </p:animEffect>
                                    <p:anim calcmode="lin" valueType="num">
                                      <p:cBhvr>
                                        <p:cTn id="8" dur="1000" fill="hold"/>
                                        <p:tgtEl>
                                          <p:spTgt spid="52228"/>
                                        </p:tgtEl>
                                        <p:attrNameLst>
                                          <p:attrName>ppt_x</p:attrName>
                                        </p:attrNameLst>
                                      </p:cBhvr>
                                      <p:tavLst>
                                        <p:tav tm="0">
                                          <p:val>
                                            <p:strVal val="#ppt_x"/>
                                          </p:val>
                                        </p:tav>
                                        <p:tav tm="100000">
                                          <p:val>
                                            <p:strVal val="#ppt_x"/>
                                          </p:val>
                                        </p:tav>
                                      </p:tavLst>
                                    </p:anim>
                                    <p:anim calcmode="lin" valueType="num">
                                      <p:cBhvr>
                                        <p:cTn id="9" dur="1000" fill="hold"/>
                                        <p:tgtEl>
                                          <p:spTgt spid="522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2230"/>
                                        </p:tgtEl>
                                        <p:attrNameLst>
                                          <p:attrName>style.visibility</p:attrName>
                                        </p:attrNameLst>
                                      </p:cBhvr>
                                      <p:to>
                                        <p:strVal val="visible"/>
                                      </p:to>
                                    </p:set>
                                    <p:animEffect transition="in" filter="fade">
                                      <p:cBhvr>
                                        <p:cTn id="14" dur="1000"/>
                                        <p:tgtEl>
                                          <p:spTgt spid="52230"/>
                                        </p:tgtEl>
                                      </p:cBhvr>
                                    </p:animEffect>
                                    <p:anim calcmode="lin" valueType="num">
                                      <p:cBhvr>
                                        <p:cTn id="15" dur="1000" fill="hold"/>
                                        <p:tgtEl>
                                          <p:spTgt spid="52230"/>
                                        </p:tgtEl>
                                        <p:attrNameLst>
                                          <p:attrName>ppt_x</p:attrName>
                                        </p:attrNameLst>
                                      </p:cBhvr>
                                      <p:tavLst>
                                        <p:tav tm="0">
                                          <p:val>
                                            <p:strVal val="#ppt_x"/>
                                          </p:val>
                                        </p:tav>
                                        <p:tav tm="100000">
                                          <p:val>
                                            <p:strVal val="#ppt_x"/>
                                          </p:val>
                                        </p:tav>
                                      </p:tavLst>
                                    </p:anim>
                                    <p:anim calcmode="lin" valueType="num">
                                      <p:cBhvr>
                                        <p:cTn id="16" dur="1000" fill="hold"/>
                                        <p:tgtEl>
                                          <p:spTgt spid="5223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2232"/>
                                        </p:tgtEl>
                                        <p:attrNameLst>
                                          <p:attrName>style.visibility</p:attrName>
                                        </p:attrNameLst>
                                      </p:cBhvr>
                                      <p:to>
                                        <p:strVal val="visible"/>
                                      </p:to>
                                    </p:set>
                                    <p:anim calcmode="lin" valueType="num">
                                      <p:cBhvr additive="base">
                                        <p:cTn id="21" dur="500" fill="hold"/>
                                        <p:tgtEl>
                                          <p:spTgt spid="52232"/>
                                        </p:tgtEl>
                                        <p:attrNameLst>
                                          <p:attrName>ppt_x</p:attrName>
                                        </p:attrNameLst>
                                      </p:cBhvr>
                                      <p:tavLst>
                                        <p:tav tm="0">
                                          <p:val>
                                            <p:strVal val="#ppt_x"/>
                                          </p:val>
                                        </p:tav>
                                        <p:tav tm="100000">
                                          <p:val>
                                            <p:strVal val="#ppt_x"/>
                                          </p:val>
                                        </p:tav>
                                      </p:tavLst>
                                    </p:anim>
                                    <p:anim calcmode="lin" valueType="num">
                                      <p:cBhvr additive="base">
                                        <p:cTn id="22" dur="500" fill="hold"/>
                                        <p:tgtEl>
                                          <p:spTgt spid="522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5"/>
          <p:cNvSpPr>
            <a:spLocks noGrp="1"/>
          </p:cNvSpPr>
          <p:nvPr>
            <p:ph type="ftr" sz="quarter" idx="12"/>
          </p:nvPr>
        </p:nvSpPr>
        <p:spPr>
          <a:noFill/>
        </p:spPr>
        <p:txBody>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r>
              <a:rPr lang="en-US" sz="1200" smtClean="0">
                <a:solidFill>
                  <a:schemeClr val="bg1"/>
                </a:solidFill>
                <a:latin typeface="Arial" charset="0"/>
              </a:rPr>
              <a:t>www.themegallery.com</a:t>
            </a:r>
          </a:p>
        </p:txBody>
      </p:sp>
      <p:sp>
        <p:nvSpPr>
          <p:cNvPr id="52227" name="Rectangle 7"/>
          <p:cNvSpPr>
            <a:spLocks noChangeArrowheads="1"/>
          </p:cNvSpPr>
          <p:nvPr/>
        </p:nvSpPr>
        <p:spPr bwMode="auto">
          <a:xfrm>
            <a:off x="0" y="0"/>
            <a:ext cx="9144000" cy="6858000"/>
          </a:xfrm>
          <a:prstGeom prst="rect">
            <a:avLst/>
          </a:prstGeom>
          <a:solidFill>
            <a:schemeClr val="accent4">
              <a:lumMod val="40000"/>
              <a:lumOff val="60000"/>
            </a:schemeClr>
          </a:solidFill>
          <a:ln w="9525">
            <a:solidFill>
              <a:schemeClr val="tx1"/>
            </a:solidFill>
            <a:miter lim="800000"/>
            <a:headEnd/>
            <a:tailEnd/>
          </a:ln>
          <a:effectLst/>
        </p:spPr>
        <p:txBody>
          <a:bodyPr wrap="none" anchor="ctr"/>
          <a:lstStyle/>
          <a:p>
            <a:endParaRPr lang="en-US"/>
          </a:p>
        </p:txBody>
      </p:sp>
      <p:pic>
        <p:nvPicPr>
          <p:cNvPr id="52228" name="Picture 2" descr="phanboichau.jpg picture by diendantudodanch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057400"/>
            <a:ext cx="2590800" cy="3409950"/>
          </a:xfrm>
          <a:prstGeom prst="rect">
            <a:avLst/>
          </a:prstGeom>
          <a:noFill/>
          <a:ln w="57150">
            <a:solidFill>
              <a:srgbClr val="D60093"/>
            </a:solidFill>
            <a:miter lim="800000"/>
            <a:headEnd/>
            <a:tailEnd/>
          </a:ln>
          <a:extLst>
            <a:ext uri="{909E8E84-426E-40DD-AFC4-6F175D3DCCD1}">
              <a14:hiddenFill xmlns:a14="http://schemas.microsoft.com/office/drawing/2010/main">
                <a:solidFill>
                  <a:srgbClr val="FFFFFF"/>
                </a:solidFill>
              </a14:hiddenFill>
            </a:ext>
          </a:extLst>
        </p:spPr>
      </p:pic>
      <p:sp>
        <p:nvSpPr>
          <p:cNvPr id="52229" name="Text Box 4"/>
          <p:cNvSpPr txBox="1">
            <a:spLocks noChangeArrowheads="1"/>
          </p:cNvSpPr>
          <p:nvPr/>
        </p:nvSpPr>
        <p:spPr bwMode="auto">
          <a:xfrm>
            <a:off x="-114300" y="5753100"/>
            <a:ext cx="2895600" cy="1031875"/>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spcBef>
                <a:spcPct val="50000"/>
              </a:spcBef>
            </a:pPr>
            <a:r>
              <a:rPr lang="en-US" sz="2800" b="1" dirty="0">
                <a:solidFill>
                  <a:srgbClr val="993366"/>
                </a:solidFill>
                <a:latin typeface="Times New Roman" pitchFamily="18" charset="0"/>
              </a:rPr>
              <a:t>Phan </a:t>
            </a:r>
            <a:r>
              <a:rPr lang="en-US" sz="2800" b="1" dirty="0" err="1">
                <a:solidFill>
                  <a:srgbClr val="993366"/>
                </a:solidFill>
                <a:latin typeface="Times New Roman" pitchFamily="18" charset="0"/>
              </a:rPr>
              <a:t>Bội</a:t>
            </a:r>
            <a:r>
              <a:rPr lang="en-US" sz="2800" b="1" dirty="0">
                <a:solidFill>
                  <a:srgbClr val="993366"/>
                </a:solidFill>
                <a:latin typeface="Times New Roman" pitchFamily="18" charset="0"/>
              </a:rPr>
              <a:t> </a:t>
            </a:r>
            <a:r>
              <a:rPr lang="en-US" sz="2800" b="1" dirty="0" err="1">
                <a:solidFill>
                  <a:srgbClr val="993366"/>
                </a:solidFill>
                <a:latin typeface="Times New Roman" pitchFamily="18" charset="0"/>
              </a:rPr>
              <a:t>Châu</a:t>
            </a:r>
            <a:endParaRPr lang="en-US" sz="2800" b="1" dirty="0">
              <a:solidFill>
                <a:srgbClr val="993366"/>
              </a:solidFill>
              <a:latin typeface="Times New Roman" pitchFamily="18" charset="0"/>
            </a:endParaRPr>
          </a:p>
          <a:p>
            <a:pPr algn="ctr" eaLnBrk="1" hangingPunct="1">
              <a:lnSpc>
                <a:spcPct val="70000"/>
              </a:lnSpc>
              <a:spcBef>
                <a:spcPct val="50000"/>
              </a:spcBef>
            </a:pPr>
            <a:r>
              <a:rPr lang="en-US" sz="2800" b="1" dirty="0">
                <a:solidFill>
                  <a:srgbClr val="993366"/>
                </a:solidFill>
                <a:latin typeface="Times New Roman" pitchFamily="18" charset="0"/>
              </a:rPr>
              <a:t> (1867-1940)</a:t>
            </a:r>
          </a:p>
        </p:txBody>
      </p:sp>
      <p:pic>
        <p:nvPicPr>
          <p:cNvPr id="52230" name="Picture 9" descr="pctr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2057400"/>
            <a:ext cx="2667000" cy="3429000"/>
          </a:xfrm>
          <a:prstGeom prst="rect">
            <a:avLst/>
          </a:prstGeom>
          <a:noFill/>
          <a:ln w="57150">
            <a:solidFill>
              <a:srgbClr val="FF0066"/>
            </a:solidFill>
            <a:miter lim="800000"/>
            <a:headEnd/>
            <a:tailEnd/>
          </a:ln>
          <a:extLst>
            <a:ext uri="{909E8E84-426E-40DD-AFC4-6F175D3DCCD1}">
              <a14:hiddenFill xmlns:a14="http://schemas.microsoft.com/office/drawing/2010/main">
                <a:solidFill>
                  <a:srgbClr val="FFFFFF"/>
                </a:solidFill>
              </a14:hiddenFill>
            </a:ext>
          </a:extLst>
        </p:spPr>
      </p:pic>
      <p:sp>
        <p:nvSpPr>
          <p:cNvPr id="52231" name="Text Box 10"/>
          <p:cNvSpPr txBox="1">
            <a:spLocks noChangeArrowheads="1"/>
          </p:cNvSpPr>
          <p:nvPr/>
        </p:nvSpPr>
        <p:spPr bwMode="auto">
          <a:xfrm>
            <a:off x="3124200" y="5867400"/>
            <a:ext cx="2819400" cy="903288"/>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lnSpc>
                <a:spcPct val="70000"/>
              </a:lnSpc>
              <a:spcBef>
                <a:spcPct val="50000"/>
              </a:spcBef>
            </a:pPr>
            <a:r>
              <a:rPr lang="en-US" sz="2800" b="1" dirty="0">
                <a:solidFill>
                  <a:srgbClr val="993366"/>
                </a:solidFill>
                <a:latin typeface="Times New Roman" pitchFamily="18" charset="0"/>
              </a:rPr>
              <a:t>Phan Chu Trinh</a:t>
            </a:r>
          </a:p>
          <a:p>
            <a:pPr algn="ctr" eaLnBrk="1" hangingPunct="1">
              <a:lnSpc>
                <a:spcPct val="70000"/>
              </a:lnSpc>
              <a:spcBef>
                <a:spcPct val="50000"/>
              </a:spcBef>
            </a:pPr>
            <a:r>
              <a:rPr lang="en-US" sz="2800" b="1" dirty="0">
                <a:solidFill>
                  <a:srgbClr val="993366"/>
                </a:solidFill>
                <a:latin typeface="Times New Roman" pitchFamily="18" charset="0"/>
              </a:rPr>
              <a:t> (1872-1926)</a:t>
            </a:r>
          </a:p>
        </p:txBody>
      </p:sp>
      <p:pic>
        <p:nvPicPr>
          <p:cNvPr id="52232" name="Picture 11" descr="Nguyenthaih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3650" y="2057400"/>
            <a:ext cx="2743200" cy="3352800"/>
          </a:xfrm>
          <a:prstGeom prst="rect">
            <a:avLst/>
          </a:prstGeom>
          <a:noFill/>
          <a:ln w="57150">
            <a:solidFill>
              <a:srgbClr val="D60093"/>
            </a:solidFill>
            <a:miter lim="800000"/>
            <a:headEnd/>
            <a:tailEnd/>
          </a:ln>
          <a:extLst>
            <a:ext uri="{909E8E84-426E-40DD-AFC4-6F175D3DCCD1}">
              <a14:hiddenFill xmlns:a14="http://schemas.microsoft.com/office/drawing/2010/main">
                <a:solidFill>
                  <a:srgbClr val="FFFFFF"/>
                </a:solidFill>
              </a14:hiddenFill>
            </a:ext>
          </a:extLst>
        </p:spPr>
      </p:pic>
      <p:sp>
        <p:nvSpPr>
          <p:cNvPr id="52233" name="Text Box 12"/>
          <p:cNvSpPr txBox="1">
            <a:spLocks noChangeArrowheads="1"/>
          </p:cNvSpPr>
          <p:nvPr/>
        </p:nvSpPr>
        <p:spPr bwMode="auto">
          <a:xfrm>
            <a:off x="6229350" y="5867400"/>
            <a:ext cx="3009900" cy="947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lnSpc>
                <a:spcPct val="75000"/>
              </a:lnSpc>
              <a:spcBef>
                <a:spcPct val="50000"/>
              </a:spcBef>
            </a:pPr>
            <a:r>
              <a:rPr lang="en-US" sz="2800" b="1">
                <a:solidFill>
                  <a:srgbClr val="993366"/>
                </a:solidFill>
                <a:latin typeface="Times New Roman" pitchFamily="18" charset="0"/>
              </a:rPr>
              <a:t>Nguyễn Thái Học</a:t>
            </a:r>
          </a:p>
          <a:p>
            <a:pPr algn="ctr" eaLnBrk="1" hangingPunct="1">
              <a:lnSpc>
                <a:spcPct val="75000"/>
              </a:lnSpc>
              <a:spcBef>
                <a:spcPct val="50000"/>
              </a:spcBef>
            </a:pPr>
            <a:r>
              <a:rPr lang="en-US" sz="2800" b="1">
                <a:solidFill>
                  <a:srgbClr val="993366"/>
                </a:solidFill>
                <a:latin typeface="Times New Roman" pitchFamily="18" charset="0"/>
              </a:rPr>
              <a:t>(1902 – 1930)</a:t>
            </a:r>
          </a:p>
        </p:txBody>
      </p:sp>
      <p:pic>
        <p:nvPicPr>
          <p:cNvPr id="10" name="Picture 2" descr="Logo Trường Đại học Bách khoa Thành phố Hồ Chí Min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427007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228"/>
                                        </p:tgtEl>
                                        <p:attrNameLst>
                                          <p:attrName>style.visibility</p:attrName>
                                        </p:attrNameLst>
                                      </p:cBhvr>
                                      <p:to>
                                        <p:strVal val="visible"/>
                                      </p:to>
                                    </p:set>
                                    <p:animEffect transition="in" filter="fade">
                                      <p:cBhvr>
                                        <p:cTn id="7" dur="1000"/>
                                        <p:tgtEl>
                                          <p:spTgt spid="52228"/>
                                        </p:tgtEl>
                                      </p:cBhvr>
                                    </p:animEffect>
                                    <p:anim calcmode="lin" valueType="num">
                                      <p:cBhvr>
                                        <p:cTn id="8" dur="1000" fill="hold"/>
                                        <p:tgtEl>
                                          <p:spTgt spid="52228"/>
                                        </p:tgtEl>
                                        <p:attrNameLst>
                                          <p:attrName>ppt_x</p:attrName>
                                        </p:attrNameLst>
                                      </p:cBhvr>
                                      <p:tavLst>
                                        <p:tav tm="0">
                                          <p:val>
                                            <p:strVal val="#ppt_x"/>
                                          </p:val>
                                        </p:tav>
                                        <p:tav tm="100000">
                                          <p:val>
                                            <p:strVal val="#ppt_x"/>
                                          </p:val>
                                        </p:tav>
                                      </p:tavLst>
                                    </p:anim>
                                    <p:anim calcmode="lin" valueType="num">
                                      <p:cBhvr>
                                        <p:cTn id="9" dur="1000" fill="hold"/>
                                        <p:tgtEl>
                                          <p:spTgt spid="5222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2229"/>
                                        </p:tgtEl>
                                        <p:attrNameLst>
                                          <p:attrName>style.visibility</p:attrName>
                                        </p:attrNameLst>
                                      </p:cBhvr>
                                      <p:to>
                                        <p:strVal val="visible"/>
                                      </p:to>
                                    </p:set>
                                    <p:animEffect transition="in" filter="fade">
                                      <p:cBhvr>
                                        <p:cTn id="12" dur="1000"/>
                                        <p:tgtEl>
                                          <p:spTgt spid="52229"/>
                                        </p:tgtEl>
                                      </p:cBhvr>
                                    </p:animEffect>
                                    <p:anim calcmode="lin" valueType="num">
                                      <p:cBhvr>
                                        <p:cTn id="13" dur="1000" fill="hold"/>
                                        <p:tgtEl>
                                          <p:spTgt spid="52229"/>
                                        </p:tgtEl>
                                        <p:attrNameLst>
                                          <p:attrName>ppt_x</p:attrName>
                                        </p:attrNameLst>
                                      </p:cBhvr>
                                      <p:tavLst>
                                        <p:tav tm="0">
                                          <p:val>
                                            <p:strVal val="#ppt_x"/>
                                          </p:val>
                                        </p:tav>
                                        <p:tav tm="100000">
                                          <p:val>
                                            <p:strVal val="#ppt_x"/>
                                          </p:val>
                                        </p:tav>
                                      </p:tavLst>
                                    </p:anim>
                                    <p:anim calcmode="lin" valueType="num">
                                      <p:cBhvr>
                                        <p:cTn id="14" dur="1000" fill="hold"/>
                                        <p:tgtEl>
                                          <p:spTgt spid="5222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2230"/>
                                        </p:tgtEl>
                                        <p:attrNameLst>
                                          <p:attrName>style.visibility</p:attrName>
                                        </p:attrNameLst>
                                      </p:cBhvr>
                                      <p:to>
                                        <p:strVal val="visible"/>
                                      </p:to>
                                    </p:set>
                                    <p:animEffect transition="in" filter="fade">
                                      <p:cBhvr>
                                        <p:cTn id="19" dur="1000"/>
                                        <p:tgtEl>
                                          <p:spTgt spid="52230"/>
                                        </p:tgtEl>
                                      </p:cBhvr>
                                    </p:animEffect>
                                    <p:anim calcmode="lin" valueType="num">
                                      <p:cBhvr>
                                        <p:cTn id="20" dur="1000" fill="hold"/>
                                        <p:tgtEl>
                                          <p:spTgt spid="52230"/>
                                        </p:tgtEl>
                                        <p:attrNameLst>
                                          <p:attrName>ppt_x</p:attrName>
                                        </p:attrNameLst>
                                      </p:cBhvr>
                                      <p:tavLst>
                                        <p:tav tm="0">
                                          <p:val>
                                            <p:strVal val="#ppt_x"/>
                                          </p:val>
                                        </p:tav>
                                        <p:tav tm="100000">
                                          <p:val>
                                            <p:strVal val="#ppt_x"/>
                                          </p:val>
                                        </p:tav>
                                      </p:tavLst>
                                    </p:anim>
                                    <p:anim calcmode="lin" valueType="num">
                                      <p:cBhvr>
                                        <p:cTn id="21" dur="1000" fill="hold"/>
                                        <p:tgtEl>
                                          <p:spTgt spid="5223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2231"/>
                                        </p:tgtEl>
                                        <p:attrNameLst>
                                          <p:attrName>style.visibility</p:attrName>
                                        </p:attrNameLst>
                                      </p:cBhvr>
                                      <p:to>
                                        <p:strVal val="visible"/>
                                      </p:to>
                                    </p:set>
                                    <p:animEffect transition="in" filter="fade">
                                      <p:cBhvr>
                                        <p:cTn id="24" dur="1000"/>
                                        <p:tgtEl>
                                          <p:spTgt spid="52231"/>
                                        </p:tgtEl>
                                      </p:cBhvr>
                                    </p:animEffect>
                                    <p:anim calcmode="lin" valueType="num">
                                      <p:cBhvr>
                                        <p:cTn id="25" dur="1000" fill="hold"/>
                                        <p:tgtEl>
                                          <p:spTgt spid="52231"/>
                                        </p:tgtEl>
                                        <p:attrNameLst>
                                          <p:attrName>ppt_x</p:attrName>
                                        </p:attrNameLst>
                                      </p:cBhvr>
                                      <p:tavLst>
                                        <p:tav tm="0">
                                          <p:val>
                                            <p:strVal val="#ppt_x"/>
                                          </p:val>
                                        </p:tav>
                                        <p:tav tm="100000">
                                          <p:val>
                                            <p:strVal val="#ppt_x"/>
                                          </p:val>
                                        </p:tav>
                                      </p:tavLst>
                                    </p:anim>
                                    <p:anim calcmode="lin" valueType="num">
                                      <p:cBhvr>
                                        <p:cTn id="26" dur="1000" fill="hold"/>
                                        <p:tgtEl>
                                          <p:spTgt spid="5223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2232"/>
                                        </p:tgtEl>
                                        <p:attrNameLst>
                                          <p:attrName>style.visibility</p:attrName>
                                        </p:attrNameLst>
                                      </p:cBhvr>
                                      <p:to>
                                        <p:strVal val="visible"/>
                                      </p:to>
                                    </p:set>
                                    <p:anim calcmode="lin" valueType="num">
                                      <p:cBhvr additive="base">
                                        <p:cTn id="31" dur="500" fill="hold"/>
                                        <p:tgtEl>
                                          <p:spTgt spid="52232"/>
                                        </p:tgtEl>
                                        <p:attrNameLst>
                                          <p:attrName>ppt_x</p:attrName>
                                        </p:attrNameLst>
                                      </p:cBhvr>
                                      <p:tavLst>
                                        <p:tav tm="0">
                                          <p:val>
                                            <p:strVal val="#ppt_x"/>
                                          </p:val>
                                        </p:tav>
                                        <p:tav tm="100000">
                                          <p:val>
                                            <p:strVal val="#ppt_x"/>
                                          </p:val>
                                        </p:tav>
                                      </p:tavLst>
                                    </p:anim>
                                    <p:anim calcmode="lin" valueType="num">
                                      <p:cBhvr additive="base">
                                        <p:cTn id="32" dur="500" fill="hold"/>
                                        <p:tgtEl>
                                          <p:spTgt spid="5223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2233"/>
                                        </p:tgtEl>
                                        <p:attrNameLst>
                                          <p:attrName>style.visibility</p:attrName>
                                        </p:attrNameLst>
                                      </p:cBhvr>
                                      <p:to>
                                        <p:strVal val="visible"/>
                                      </p:to>
                                    </p:set>
                                    <p:anim calcmode="lin" valueType="num">
                                      <p:cBhvr additive="base">
                                        <p:cTn id="35" dur="500" fill="hold"/>
                                        <p:tgtEl>
                                          <p:spTgt spid="52233"/>
                                        </p:tgtEl>
                                        <p:attrNameLst>
                                          <p:attrName>ppt_x</p:attrName>
                                        </p:attrNameLst>
                                      </p:cBhvr>
                                      <p:tavLst>
                                        <p:tav tm="0">
                                          <p:val>
                                            <p:strVal val="#ppt_x"/>
                                          </p:val>
                                        </p:tav>
                                        <p:tav tm="100000">
                                          <p:val>
                                            <p:strVal val="#ppt_x"/>
                                          </p:val>
                                        </p:tav>
                                      </p:tavLst>
                                    </p:anim>
                                    <p:anim calcmode="lin" valueType="num">
                                      <p:cBhvr additive="base">
                                        <p:cTn id="36" dur="500" fill="hold"/>
                                        <p:tgtEl>
                                          <p:spTgt spid="522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p:bldP spid="52231" grpId="0"/>
      <p:bldP spid="5223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15</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pc="-150" smtClean="0">
                <a:solidFill>
                  <a:srgbClr val="FFFF00"/>
                </a:solidFill>
                <a:latin typeface="Times New Roman"/>
                <a:cs typeface="Times New Roman"/>
              </a:rPr>
              <a:t>Khái niệm, đối tượng,  phương pháp nghiên cứu  và ý nghĩa học tập môn tư tưởng Hồ Chí Minh</a:t>
            </a:r>
            <a:endParaRPr lang="en-US" sz="2000" b="1" i="1" spc="-150" dirty="0">
              <a:solidFill>
                <a:srgbClr val="FFFF00"/>
              </a:solidFill>
              <a:latin typeface="Times New Roman"/>
              <a:cs typeface="Times New Roman"/>
            </a:endParaRPr>
          </a:p>
        </p:txBody>
      </p:sp>
      <p:sp>
        <p:nvSpPr>
          <p:cNvPr id="16" name="Text Box 36"/>
          <p:cNvSpPr txBox="1">
            <a:spLocks noChangeArrowheads="1"/>
          </p:cNvSpPr>
          <p:nvPr/>
        </p:nvSpPr>
        <p:spPr bwMode="auto">
          <a:xfrm>
            <a:off x="666135" y="1066800"/>
            <a:ext cx="8153400"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err="1" smtClean="0">
                <a:solidFill>
                  <a:srgbClr val="C00000"/>
                </a:solidFill>
                <a:latin typeface="Times New Roman"/>
                <a:cs typeface="Times New Roman"/>
              </a:rPr>
              <a:t>Thực</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tiễn</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giới</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cuối</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XIX - </a:t>
            </a:r>
            <a:r>
              <a:rPr lang="en-US" sz="2600" b="1" dirty="0" err="1" smtClean="0">
                <a:solidFill>
                  <a:srgbClr val="C00000"/>
                </a:solidFill>
                <a:latin typeface="Times New Roman"/>
                <a:cs typeface="Times New Roman"/>
              </a:rPr>
              <a:t>đầu</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thế</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kỷ</a:t>
            </a:r>
            <a:r>
              <a:rPr lang="en-US" sz="2600" b="1" dirty="0" smtClean="0">
                <a:solidFill>
                  <a:srgbClr val="C00000"/>
                </a:solidFill>
                <a:latin typeface="Times New Roman"/>
                <a:cs typeface="Times New Roman"/>
              </a:rPr>
              <a:t> XX</a:t>
            </a:r>
            <a:endParaRPr lang="en-US" sz="2600" b="1" dirty="0">
              <a:solidFill>
                <a:srgbClr val="C00000"/>
              </a:solidFill>
              <a:latin typeface="Times New Roman"/>
              <a:cs typeface="Times New Roman"/>
            </a:endParaRPr>
          </a:p>
        </p:txBody>
      </p:sp>
      <p:pic>
        <p:nvPicPr>
          <p:cNvPr id="15" name="Picture 2" descr="world3ao8go"/>
          <p:cNvPicPr>
            <a:picLocks noChangeAspect="1" noChangeArrowheads="1"/>
          </p:cNvPicPr>
          <p:nvPr/>
        </p:nvPicPr>
        <p:blipFill>
          <a:blip r:embed="rId3">
            <a:lum bright="-48000" contrast="-30000"/>
            <a:extLst>
              <a:ext uri="{28A0092B-C50C-407E-A947-70E740481C1C}">
                <a14:useLocalDpi xmlns:a14="http://schemas.microsoft.com/office/drawing/2010/main" val="0"/>
              </a:ext>
            </a:extLst>
          </a:blip>
          <a:srcRect/>
          <a:stretch>
            <a:fillRect/>
          </a:stretch>
        </p:blipFill>
        <p:spPr bwMode="auto">
          <a:xfrm>
            <a:off x="1" y="1835496"/>
            <a:ext cx="9144000" cy="5069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3"/>
          <p:cNvSpPr txBox="1">
            <a:spLocks noChangeArrowheads="1"/>
          </p:cNvSpPr>
          <p:nvPr/>
        </p:nvSpPr>
        <p:spPr bwMode="auto">
          <a:xfrm>
            <a:off x="2305050" y="3811933"/>
            <a:ext cx="6477000" cy="607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lnSpc>
                <a:spcPct val="160000"/>
              </a:lnSpc>
            </a:pPr>
            <a:r>
              <a:rPr lang="en-US" b="1">
                <a:solidFill>
                  <a:srgbClr val="FFFF00"/>
                </a:solidFill>
                <a:latin typeface="Times New Roman" pitchFamily="18" charset="0"/>
                <a:cs typeface="Times New Roman" pitchFamily="18" charset="0"/>
              </a:rPr>
              <a:t>Mâu thuẫn giữa các nước tư bản.</a:t>
            </a:r>
          </a:p>
        </p:txBody>
      </p:sp>
      <p:sp>
        <p:nvSpPr>
          <p:cNvPr id="23" name="AutoShape 4"/>
          <p:cNvSpPr>
            <a:spLocks noChangeArrowheads="1"/>
          </p:cNvSpPr>
          <p:nvPr/>
        </p:nvSpPr>
        <p:spPr bwMode="auto">
          <a:xfrm>
            <a:off x="38100" y="2743200"/>
            <a:ext cx="1295400" cy="3200400"/>
          </a:xfrm>
          <a:prstGeom prst="diamond">
            <a:avLst/>
          </a:prstGeom>
          <a:solidFill>
            <a:srgbClr val="00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latin typeface="Times New Roman" pitchFamily="18" charset="0"/>
              <a:cs typeface="Times New Roman" pitchFamily="18" charset="0"/>
            </a:endParaRPr>
          </a:p>
        </p:txBody>
      </p:sp>
      <p:sp>
        <p:nvSpPr>
          <p:cNvPr id="24" name="Text Box 5"/>
          <p:cNvSpPr txBox="1">
            <a:spLocks noChangeArrowheads="1"/>
          </p:cNvSpPr>
          <p:nvPr/>
        </p:nvSpPr>
        <p:spPr bwMode="auto">
          <a:xfrm>
            <a:off x="228600" y="3697252"/>
            <a:ext cx="933450" cy="11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ctr" eaLnBrk="1" hangingPunct="1">
              <a:lnSpc>
                <a:spcPct val="160000"/>
              </a:lnSpc>
            </a:pPr>
            <a:r>
              <a:rPr lang="en-US" b="1">
                <a:solidFill>
                  <a:srgbClr val="D60093"/>
                </a:solidFill>
                <a:latin typeface="Times New Roman" pitchFamily="18" charset="0"/>
                <a:cs typeface="Times New Roman" pitchFamily="18" charset="0"/>
              </a:rPr>
              <a:t>Thế </a:t>
            </a:r>
            <a:endParaRPr lang="en-US" b="1" smtClean="0">
              <a:solidFill>
                <a:srgbClr val="D60093"/>
              </a:solidFill>
              <a:latin typeface="Times New Roman" pitchFamily="18" charset="0"/>
              <a:cs typeface="Times New Roman" pitchFamily="18" charset="0"/>
            </a:endParaRPr>
          </a:p>
          <a:p>
            <a:pPr algn="ctr" eaLnBrk="1" hangingPunct="1">
              <a:lnSpc>
                <a:spcPct val="160000"/>
              </a:lnSpc>
            </a:pPr>
            <a:r>
              <a:rPr lang="en-US" b="1" smtClean="0">
                <a:solidFill>
                  <a:srgbClr val="D60093"/>
                </a:solidFill>
                <a:latin typeface="Times New Roman" pitchFamily="18" charset="0"/>
                <a:cs typeface="Times New Roman" pitchFamily="18" charset="0"/>
              </a:rPr>
              <a:t>giới</a:t>
            </a:r>
            <a:endParaRPr lang="en-US" b="1">
              <a:solidFill>
                <a:srgbClr val="D60093"/>
              </a:solidFill>
              <a:latin typeface="Times New Roman" pitchFamily="18" charset="0"/>
              <a:cs typeface="Times New Roman" pitchFamily="18" charset="0"/>
            </a:endParaRPr>
          </a:p>
        </p:txBody>
      </p:sp>
      <p:sp>
        <p:nvSpPr>
          <p:cNvPr id="25" name="Line 6"/>
          <p:cNvSpPr>
            <a:spLocks noChangeShapeType="1"/>
          </p:cNvSpPr>
          <p:nvPr/>
        </p:nvSpPr>
        <p:spPr bwMode="auto">
          <a:xfrm>
            <a:off x="1371600" y="2286000"/>
            <a:ext cx="19050" cy="4095750"/>
          </a:xfrm>
          <a:prstGeom prst="line">
            <a:avLst/>
          </a:prstGeom>
          <a:noFill/>
          <a:ln w="571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latin typeface="Times New Roman" pitchFamily="18" charset="0"/>
              <a:cs typeface="Times New Roman" pitchFamily="18" charset="0"/>
            </a:endParaRPr>
          </a:p>
        </p:txBody>
      </p:sp>
      <p:sp>
        <p:nvSpPr>
          <p:cNvPr id="26" name="Line 7"/>
          <p:cNvSpPr>
            <a:spLocks noChangeShapeType="1"/>
          </p:cNvSpPr>
          <p:nvPr/>
        </p:nvSpPr>
        <p:spPr bwMode="auto">
          <a:xfrm>
            <a:off x="1343025" y="2306108"/>
            <a:ext cx="685800" cy="0"/>
          </a:xfrm>
          <a:prstGeom prst="line">
            <a:avLst/>
          </a:prstGeom>
          <a:noFill/>
          <a:ln w="571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latin typeface="Times New Roman" pitchFamily="18" charset="0"/>
              <a:cs typeface="Times New Roman" pitchFamily="18" charset="0"/>
            </a:endParaRPr>
          </a:p>
        </p:txBody>
      </p:sp>
      <p:sp>
        <p:nvSpPr>
          <p:cNvPr id="27" name="Line 8"/>
          <p:cNvSpPr>
            <a:spLocks noChangeShapeType="1"/>
          </p:cNvSpPr>
          <p:nvPr/>
        </p:nvSpPr>
        <p:spPr bwMode="auto">
          <a:xfrm>
            <a:off x="1381125" y="4181889"/>
            <a:ext cx="685800" cy="0"/>
          </a:xfrm>
          <a:prstGeom prst="line">
            <a:avLst/>
          </a:prstGeom>
          <a:noFill/>
          <a:ln w="571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latin typeface="Times New Roman" pitchFamily="18" charset="0"/>
              <a:cs typeface="Times New Roman" pitchFamily="18" charset="0"/>
            </a:endParaRPr>
          </a:p>
        </p:txBody>
      </p:sp>
      <p:sp>
        <p:nvSpPr>
          <p:cNvPr id="28" name="Text Box 9"/>
          <p:cNvSpPr txBox="1">
            <a:spLocks noChangeArrowheads="1"/>
          </p:cNvSpPr>
          <p:nvPr/>
        </p:nvSpPr>
        <p:spPr bwMode="auto">
          <a:xfrm>
            <a:off x="2362200" y="2902803"/>
            <a:ext cx="6629400" cy="83099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l" eaLnBrk="1" hangingPunct="1"/>
            <a:r>
              <a:rPr lang="en-US" b="1" dirty="0" err="1">
                <a:solidFill>
                  <a:srgbClr val="FFFF00"/>
                </a:solidFill>
                <a:latin typeface="Times New Roman" pitchFamily="18" charset="0"/>
                <a:cs typeface="Times New Roman" pitchFamily="18" charset="0"/>
              </a:rPr>
              <a:t>Các</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dân</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tộc</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thuộc</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địa</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phụ</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thuộc</a:t>
            </a:r>
            <a:r>
              <a:rPr lang="en-US" b="1" dirty="0">
                <a:solidFill>
                  <a:srgbClr val="FFFF00"/>
                </a:solidFill>
                <a:latin typeface="Times New Roman" pitchFamily="18" charset="0"/>
                <a:cs typeface="Times New Roman" pitchFamily="18" charset="0"/>
              </a:rPr>
              <a:t> </a:t>
            </a:r>
            <a:r>
              <a:rPr lang="en-US" b="1" dirty="0">
                <a:solidFill>
                  <a:srgbClr val="FF0066"/>
                </a:solidFill>
                <a:latin typeface="Times New Roman" pitchFamily="18" charset="0"/>
                <a:cs typeface="Times New Roman" pitchFamily="18" charset="0"/>
              </a:rPr>
              <a:t>&gt; &lt;</a:t>
            </a:r>
            <a:r>
              <a:rPr lang="en-US" dirty="0">
                <a:solidFill>
                  <a:srgbClr val="FF0066"/>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chủ</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nghĩa</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đế</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quốc</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thực</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dân</a:t>
            </a:r>
            <a:r>
              <a:rPr lang="en-US" b="1" dirty="0">
                <a:solidFill>
                  <a:srgbClr val="FFFF00"/>
                </a:solidFill>
                <a:latin typeface="Times New Roman" pitchFamily="18" charset="0"/>
                <a:cs typeface="Times New Roman" pitchFamily="18" charset="0"/>
              </a:rPr>
              <a:t>.</a:t>
            </a:r>
          </a:p>
        </p:txBody>
      </p:sp>
      <p:sp>
        <p:nvSpPr>
          <p:cNvPr id="29" name="Text Box 10"/>
          <p:cNvSpPr txBox="1">
            <a:spLocks noChangeArrowheads="1"/>
          </p:cNvSpPr>
          <p:nvPr/>
        </p:nvSpPr>
        <p:spPr bwMode="auto">
          <a:xfrm>
            <a:off x="2209800" y="1782233"/>
            <a:ext cx="8458200" cy="5799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l" eaLnBrk="1" hangingPunct="1">
              <a:lnSpc>
                <a:spcPct val="150000"/>
              </a:lnSpc>
            </a:pPr>
            <a:r>
              <a:rPr lang="en-US" b="1">
                <a:solidFill>
                  <a:srgbClr val="FFFF00"/>
                </a:solidFill>
                <a:latin typeface="Times New Roman" pitchFamily="18" charset="0"/>
                <a:cs typeface="Times New Roman" pitchFamily="18" charset="0"/>
              </a:rPr>
              <a:t>Giai cấp vô sản </a:t>
            </a:r>
            <a:r>
              <a:rPr lang="en-US" b="1">
                <a:solidFill>
                  <a:srgbClr val="FF0066"/>
                </a:solidFill>
                <a:latin typeface="Times New Roman" pitchFamily="18" charset="0"/>
                <a:cs typeface="Times New Roman" pitchFamily="18" charset="0"/>
              </a:rPr>
              <a:t>&gt; &lt;</a:t>
            </a:r>
            <a:r>
              <a:rPr lang="en-US" b="1">
                <a:solidFill>
                  <a:srgbClr val="FFFF00"/>
                </a:solidFill>
                <a:latin typeface="Times New Roman" pitchFamily="18" charset="0"/>
                <a:cs typeface="Times New Roman" pitchFamily="18" charset="0"/>
              </a:rPr>
              <a:t> giai cấp tư sản.</a:t>
            </a:r>
          </a:p>
        </p:txBody>
      </p:sp>
      <p:sp>
        <p:nvSpPr>
          <p:cNvPr id="30" name="Text Box 11"/>
          <p:cNvSpPr txBox="1">
            <a:spLocks noChangeArrowheads="1"/>
          </p:cNvSpPr>
          <p:nvPr/>
        </p:nvSpPr>
        <p:spPr bwMode="auto">
          <a:xfrm>
            <a:off x="2266950" y="4802533"/>
            <a:ext cx="6672263" cy="607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lnSpc>
                <a:spcPct val="160000"/>
              </a:lnSpc>
            </a:pPr>
            <a:r>
              <a:rPr lang="en-US" b="1">
                <a:solidFill>
                  <a:srgbClr val="FFFF00"/>
                </a:solidFill>
                <a:latin typeface="Times New Roman" pitchFamily="18" charset="0"/>
                <a:cs typeface="Times New Roman" pitchFamily="18" charset="0"/>
              </a:rPr>
              <a:t>Chủ nghĩa xã hội </a:t>
            </a:r>
            <a:r>
              <a:rPr lang="en-US" b="1">
                <a:solidFill>
                  <a:srgbClr val="FF0066"/>
                </a:solidFill>
                <a:latin typeface="Times New Roman" pitchFamily="18" charset="0"/>
                <a:cs typeface="Times New Roman" pitchFamily="18" charset="0"/>
              </a:rPr>
              <a:t>&gt;&lt;</a:t>
            </a:r>
            <a:r>
              <a:rPr lang="en-US" b="1">
                <a:solidFill>
                  <a:srgbClr val="FFFF00"/>
                </a:solidFill>
                <a:latin typeface="Times New Roman" pitchFamily="18" charset="0"/>
                <a:cs typeface="Times New Roman" pitchFamily="18" charset="0"/>
              </a:rPr>
              <a:t> chủ nghĩa tư bản.</a:t>
            </a:r>
          </a:p>
        </p:txBody>
      </p:sp>
      <p:sp>
        <p:nvSpPr>
          <p:cNvPr id="31" name="Text Box 12"/>
          <p:cNvSpPr txBox="1">
            <a:spLocks noChangeArrowheads="1"/>
          </p:cNvSpPr>
          <p:nvPr/>
        </p:nvSpPr>
        <p:spPr bwMode="auto">
          <a:xfrm>
            <a:off x="1314450" y="5562600"/>
            <a:ext cx="8653463" cy="127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lnSpc>
                <a:spcPct val="160000"/>
              </a:lnSpc>
            </a:pPr>
            <a:r>
              <a:rPr lang="en-US" b="1" dirty="0">
                <a:solidFill>
                  <a:srgbClr val="FFFF00"/>
                </a:solidFill>
                <a:latin typeface="Times New Roman" pitchFamily="18" charset="0"/>
                <a:cs typeface="Times New Roman" pitchFamily="18" charset="0"/>
              </a:rPr>
              <a:t>	</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Cách</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mạng</a:t>
            </a:r>
            <a:r>
              <a:rPr lang="en-US" b="1" dirty="0" smtClean="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T</a:t>
            </a:r>
            <a:r>
              <a:rPr lang="en-US" b="1" dirty="0" err="1" smtClean="0">
                <a:solidFill>
                  <a:srgbClr val="FFFF00"/>
                </a:solidFill>
                <a:latin typeface="Times New Roman" pitchFamily="18" charset="0"/>
                <a:cs typeface="Times New Roman" pitchFamily="18" charset="0"/>
              </a:rPr>
              <a:t>háng</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Mười</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Nga</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thắng</a:t>
            </a:r>
            <a:r>
              <a:rPr lang="en-US" b="1" dirty="0" smtClean="0">
                <a:solidFill>
                  <a:srgbClr val="FFFF00"/>
                </a:solidFill>
                <a:latin typeface="Times New Roman" pitchFamily="18" charset="0"/>
                <a:cs typeface="Times New Roman" pitchFamily="18" charset="0"/>
              </a:rPr>
              <a:t> </a:t>
            </a:r>
            <a:r>
              <a:rPr lang="en-US" b="1" dirty="0" err="1" smtClean="0">
                <a:solidFill>
                  <a:srgbClr val="FFFF00"/>
                </a:solidFill>
                <a:latin typeface="Times New Roman" pitchFamily="18" charset="0"/>
                <a:cs typeface="Times New Roman" pitchFamily="18" charset="0"/>
              </a:rPr>
              <a:t>lợi</a:t>
            </a:r>
            <a:r>
              <a:rPr lang="en-US" b="1" dirty="0" smtClean="0">
                <a:solidFill>
                  <a:srgbClr val="FFFF00"/>
                </a:solidFill>
                <a:latin typeface="Times New Roman" pitchFamily="18" charset="0"/>
                <a:cs typeface="Times New Roman" pitchFamily="18" charset="0"/>
              </a:rPr>
              <a:t>.</a:t>
            </a:r>
          </a:p>
          <a:p>
            <a:pPr algn="just" eaLnBrk="1" hangingPunct="1">
              <a:lnSpc>
                <a:spcPct val="160000"/>
              </a:lnSpc>
            </a:pPr>
            <a:r>
              <a:rPr lang="en-US" b="1" dirty="0" smtClean="0">
                <a:solidFill>
                  <a:srgbClr val="FFFF00"/>
                </a:solidFill>
                <a:latin typeface="Times New Roman" pitchFamily="18" charset="0"/>
                <a:cs typeface="Times New Roman" pitchFamily="18" charset="0"/>
              </a:rPr>
              <a:t>            - </a:t>
            </a:r>
            <a:r>
              <a:rPr lang="en-US" b="1" dirty="0" err="1" smtClean="0">
                <a:solidFill>
                  <a:srgbClr val="FFFF00"/>
                </a:solidFill>
                <a:latin typeface="Times New Roman" pitchFamily="18" charset="0"/>
                <a:cs typeface="Times New Roman" pitchFamily="18" charset="0"/>
              </a:rPr>
              <a:t>Quốc</a:t>
            </a:r>
            <a:r>
              <a:rPr lang="en-US" b="1" dirty="0" smtClean="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tế</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Cộng</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sản</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thành</a:t>
            </a:r>
            <a:r>
              <a:rPr lang="en-US" b="1" dirty="0">
                <a:solidFill>
                  <a:srgbClr val="FFFF00"/>
                </a:solidFill>
                <a:latin typeface="Times New Roman" pitchFamily="18" charset="0"/>
                <a:cs typeface="Times New Roman" pitchFamily="18" charset="0"/>
              </a:rPr>
              <a:t> </a:t>
            </a:r>
            <a:r>
              <a:rPr lang="en-US" b="1" dirty="0" err="1">
                <a:solidFill>
                  <a:srgbClr val="FFFF00"/>
                </a:solidFill>
                <a:latin typeface="Times New Roman" pitchFamily="18" charset="0"/>
                <a:cs typeface="Times New Roman" pitchFamily="18" charset="0"/>
              </a:rPr>
              <a:t>lập</a:t>
            </a:r>
            <a:r>
              <a:rPr lang="en-US" b="1" dirty="0">
                <a:solidFill>
                  <a:srgbClr val="FFFF00"/>
                </a:solidFill>
                <a:latin typeface="Times New Roman" pitchFamily="18" charset="0"/>
                <a:cs typeface="Times New Roman" pitchFamily="18" charset="0"/>
              </a:rPr>
              <a:t> (1919).</a:t>
            </a:r>
          </a:p>
        </p:txBody>
      </p:sp>
      <p:sp>
        <p:nvSpPr>
          <p:cNvPr id="32" name="Line 13"/>
          <p:cNvSpPr>
            <a:spLocks noChangeShapeType="1"/>
          </p:cNvSpPr>
          <p:nvPr/>
        </p:nvSpPr>
        <p:spPr bwMode="auto">
          <a:xfrm>
            <a:off x="1371600" y="5143500"/>
            <a:ext cx="685800" cy="0"/>
          </a:xfrm>
          <a:prstGeom prst="line">
            <a:avLst/>
          </a:prstGeom>
          <a:noFill/>
          <a:ln w="571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latin typeface="Times New Roman" pitchFamily="18" charset="0"/>
              <a:cs typeface="Times New Roman" pitchFamily="18" charset="0"/>
            </a:endParaRPr>
          </a:p>
        </p:txBody>
      </p:sp>
      <p:sp>
        <p:nvSpPr>
          <p:cNvPr id="33" name="Line 14"/>
          <p:cNvSpPr>
            <a:spLocks noChangeShapeType="1"/>
          </p:cNvSpPr>
          <p:nvPr/>
        </p:nvSpPr>
        <p:spPr bwMode="auto">
          <a:xfrm>
            <a:off x="1371600" y="6400800"/>
            <a:ext cx="685800" cy="0"/>
          </a:xfrm>
          <a:prstGeom prst="line">
            <a:avLst/>
          </a:prstGeom>
          <a:noFill/>
          <a:ln w="571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latin typeface="Times New Roman" pitchFamily="18" charset="0"/>
              <a:cs typeface="Times New Roman" pitchFamily="18" charset="0"/>
            </a:endParaRPr>
          </a:p>
        </p:txBody>
      </p:sp>
      <p:sp>
        <p:nvSpPr>
          <p:cNvPr id="34" name="Line 15"/>
          <p:cNvSpPr>
            <a:spLocks noChangeShapeType="1"/>
          </p:cNvSpPr>
          <p:nvPr/>
        </p:nvSpPr>
        <p:spPr bwMode="auto">
          <a:xfrm>
            <a:off x="1390650" y="3360003"/>
            <a:ext cx="685800" cy="0"/>
          </a:xfrm>
          <a:prstGeom prst="line">
            <a:avLst/>
          </a:prstGeom>
          <a:noFill/>
          <a:ln w="5715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latin typeface="Times New Roman" pitchFamily="18" charset="0"/>
              <a:cs typeface="Times New Roman" pitchFamily="18" charset="0"/>
            </a:endParaRPr>
          </a:p>
        </p:txBody>
      </p:sp>
      <p:sp>
        <p:nvSpPr>
          <p:cNvPr id="35" name="Rectangle 34"/>
          <p:cNvSpPr/>
          <p:nvPr/>
        </p:nvSpPr>
        <p:spPr>
          <a:xfrm>
            <a:off x="-1" y="0"/>
            <a:ext cx="9144001"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37" name="Straight Connector 36"/>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38"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077815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box(in)">
                                      <p:cBhvr>
                                        <p:cTn id="14" dur="2000"/>
                                        <p:tgtEl>
                                          <p:spTgt spid="24"/>
                                        </p:tgtEl>
                                      </p:cBhvr>
                                    </p:animEffect>
                                  </p:childTnLst>
                                </p:cTn>
                              </p:par>
                              <p:par>
                                <p:cTn id="15" presetID="4" presetClass="entr" presetSubtype="16"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box(in)">
                                      <p:cBhvr>
                                        <p:cTn id="17" dur="20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7" presetClass="entr" presetSubtype="4"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 calcmode="lin" valueType="num">
                                      <p:cBhvr additive="base">
                                        <p:cTn id="22" dur="2000" fill="hold"/>
                                        <p:tgtEl>
                                          <p:spTgt spid="25"/>
                                        </p:tgtEl>
                                        <p:attrNameLst>
                                          <p:attrName>ppt_x</p:attrName>
                                        </p:attrNameLst>
                                      </p:cBhvr>
                                      <p:tavLst>
                                        <p:tav tm="0">
                                          <p:val>
                                            <p:strVal val="#ppt_x"/>
                                          </p:val>
                                        </p:tav>
                                        <p:tav tm="100000">
                                          <p:val>
                                            <p:strVal val="#ppt_x"/>
                                          </p:val>
                                        </p:tav>
                                      </p:tavLst>
                                    </p:anim>
                                    <p:anim calcmode="lin" valueType="num">
                                      <p:cBhvr additive="base">
                                        <p:cTn id="23" dur="20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7" presetClass="entr" presetSubtype="4"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 calcmode="lin" valueType="num">
                                      <p:cBhvr additive="base">
                                        <p:cTn id="28" dur="2000" fill="hold"/>
                                        <p:tgtEl>
                                          <p:spTgt spid="26"/>
                                        </p:tgtEl>
                                        <p:attrNameLst>
                                          <p:attrName>ppt_x</p:attrName>
                                        </p:attrNameLst>
                                      </p:cBhvr>
                                      <p:tavLst>
                                        <p:tav tm="0">
                                          <p:val>
                                            <p:strVal val="#ppt_x"/>
                                          </p:val>
                                        </p:tav>
                                        <p:tav tm="100000">
                                          <p:val>
                                            <p:strVal val="#ppt_x"/>
                                          </p:val>
                                        </p:tav>
                                      </p:tavLst>
                                    </p:anim>
                                    <p:anim calcmode="lin" valueType="num">
                                      <p:cBhvr additive="base">
                                        <p:cTn id="29" dur="2000" fill="hold"/>
                                        <p:tgtEl>
                                          <p:spTgt spid="26"/>
                                        </p:tgtEl>
                                        <p:attrNameLst>
                                          <p:attrName>ppt_y</p:attrName>
                                        </p:attrNameLst>
                                      </p:cBhvr>
                                      <p:tavLst>
                                        <p:tav tm="0">
                                          <p:val>
                                            <p:strVal val="1+#ppt_h/2"/>
                                          </p:val>
                                        </p:tav>
                                        <p:tav tm="100000">
                                          <p:val>
                                            <p:strVal val="#ppt_y"/>
                                          </p:val>
                                        </p:tav>
                                      </p:tavLst>
                                    </p:anim>
                                  </p:childTnLst>
                                </p:cTn>
                              </p:par>
                              <p:par>
                                <p:cTn id="30" presetID="7" presetClass="entr" presetSubtype="4"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additive="base">
                                        <p:cTn id="32" dur="2000" fill="hold"/>
                                        <p:tgtEl>
                                          <p:spTgt spid="29"/>
                                        </p:tgtEl>
                                        <p:attrNameLst>
                                          <p:attrName>ppt_x</p:attrName>
                                        </p:attrNameLst>
                                      </p:cBhvr>
                                      <p:tavLst>
                                        <p:tav tm="0">
                                          <p:val>
                                            <p:strVal val="#ppt_x"/>
                                          </p:val>
                                        </p:tav>
                                        <p:tav tm="100000">
                                          <p:val>
                                            <p:strVal val="#ppt_x"/>
                                          </p:val>
                                        </p:tav>
                                      </p:tavLst>
                                    </p:anim>
                                    <p:anim calcmode="lin" valueType="num">
                                      <p:cBhvr additive="base">
                                        <p:cTn id="33" dur="20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7" presetClass="entr" presetSubtype="4" fill="hold" grpId="0" nodeType="clickEffect">
                                  <p:stCondLst>
                                    <p:cond delay="0"/>
                                  </p:stCondLst>
                                  <p:childTnLst>
                                    <p:set>
                                      <p:cBhvr>
                                        <p:cTn id="37" dur="1" fill="hold">
                                          <p:stCondLst>
                                            <p:cond delay="0"/>
                                          </p:stCondLst>
                                        </p:cTn>
                                        <p:tgtEl>
                                          <p:spTgt spid="34"/>
                                        </p:tgtEl>
                                        <p:attrNameLst>
                                          <p:attrName>style.visibility</p:attrName>
                                        </p:attrNameLst>
                                      </p:cBhvr>
                                      <p:to>
                                        <p:strVal val="visible"/>
                                      </p:to>
                                    </p:set>
                                    <p:anim calcmode="lin" valueType="num">
                                      <p:cBhvr additive="base">
                                        <p:cTn id="38" dur="2000" fill="hold"/>
                                        <p:tgtEl>
                                          <p:spTgt spid="34"/>
                                        </p:tgtEl>
                                        <p:attrNameLst>
                                          <p:attrName>ppt_x</p:attrName>
                                        </p:attrNameLst>
                                      </p:cBhvr>
                                      <p:tavLst>
                                        <p:tav tm="0">
                                          <p:val>
                                            <p:strVal val="#ppt_x"/>
                                          </p:val>
                                        </p:tav>
                                        <p:tav tm="100000">
                                          <p:val>
                                            <p:strVal val="#ppt_x"/>
                                          </p:val>
                                        </p:tav>
                                      </p:tavLst>
                                    </p:anim>
                                    <p:anim calcmode="lin" valueType="num">
                                      <p:cBhvr additive="base">
                                        <p:cTn id="39" dur="2000" fill="hold"/>
                                        <p:tgtEl>
                                          <p:spTgt spid="34"/>
                                        </p:tgtEl>
                                        <p:attrNameLst>
                                          <p:attrName>ppt_y</p:attrName>
                                        </p:attrNameLst>
                                      </p:cBhvr>
                                      <p:tavLst>
                                        <p:tav tm="0">
                                          <p:val>
                                            <p:strVal val="1+#ppt_h/2"/>
                                          </p:val>
                                        </p:tav>
                                        <p:tav tm="100000">
                                          <p:val>
                                            <p:strVal val="#ppt_y"/>
                                          </p:val>
                                        </p:tav>
                                      </p:tavLst>
                                    </p:anim>
                                  </p:childTnLst>
                                </p:cTn>
                              </p:par>
                              <p:par>
                                <p:cTn id="40" presetID="7" presetClass="entr" presetSubtype="4"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 calcmode="lin" valueType="num">
                                      <p:cBhvr additive="base">
                                        <p:cTn id="42" dur="2000" fill="hold"/>
                                        <p:tgtEl>
                                          <p:spTgt spid="28"/>
                                        </p:tgtEl>
                                        <p:attrNameLst>
                                          <p:attrName>ppt_x</p:attrName>
                                        </p:attrNameLst>
                                      </p:cBhvr>
                                      <p:tavLst>
                                        <p:tav tm="0">
                                          <p:val>
                                            <p:strVal val="#ppt_x"/>
                                          </p:val>
                                        </p:tav>
                                        <p:tav tm="100000">
                                          <p:val>
                                            <p:strVal val="#ppt_x"/>
                                          </p:val>
                                        </p:tav>
                                      </p:tavLst>
                                    </p:anim>
                                    <p:anim calcmode="lin" valueType="num">
                                      <p:cBhvr additive="base">
                                        <p:cTn id="43" dur="20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7" presetClass="entr" presetSubtype="4"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 calcmode="lin" valueType="num">
                                      <p:cBhvr additive="base">
                                        <p:cTn id="48" dur="2000" fill="hold"/>
                                        <p:tgtEl>
                                          <p:spTgt spid="27"/>
                                        </p:tgtEl>
                                        <p:attrNameLst>
                                          <p:attrName>ppt_x</p:attrName>
                                        </p:attrNameLst>
                                      </p:cBhvr>
                                      <p:tavLst>
                                        <p:tav tm="0">
                                          <p:val>
                                            <p:strVal val="#ppt_x"/>
                                          </p:val>
                                        </p:tav>
                                        <p:tav tm="100000">
                                          <p:val>
                                            <p:strVal val="#ppt_x"/>
                                          </p:val>
                                        </p:tav>
                                      </p:tavLst>
                                    </p:anim>
                                    <p:anim calcmode="lin" valueType="num">
                                      <p:cBhvr additive="base">
                                        <p:cTn id="49" dur="2000" fill="hold"/>
                                        <p:tgtEl>
                                          <p:spTgt spid="27"/>
                                        </p:tgtEl>
                                        <p:attrNameLst>
                                          <p:attrName>ppt_y</p:attrName>
                                        </p:attrNameLst>
                                      </p:cBhvr>
                                      <p:tavLst>
                                        <p:tav tm="0">
                                          <p:val>
                                            <p:strVal val="1+#ppt_h/2"/>
                                          </p:val>
                                        </p:tav>
                                        <p:tav tm="100000">
                                          <p:val>
                                            <p:strVal val="#ppt_y"/>
                                          </p:val>
                                        </p:tav>
                                      </p:tavLst>
                                    </p:anim>
                                  </p:childTnLst>
                                </p:cTn>
                              </p:par>
                              <p:par>
                                <p:cTn id="50" presetID="7" presetClass="entr" presetSubtype="4"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2000" fill="hold"/>
                                        <p:tgtEl>
                                          <p:spTgt spid="17"/>
                                        </p:tgtEl>
                                        <p:attrNameLst>
                                          <p:attrName>ppt_x</p:attrName>
                                        </p:attrNameLst>
                                      </p:cBhvr>
                                      <p:tavLst>
                                        <p:tav tm="0">
                                          <p:val>
                                            <p:strVal val="#ppt_x"/>
                                          </p:val>
                                        </p:tav>
                                        <p:tav tm="100000">
                                          <p:val>
                                            <p:strVal val="#ppt_x"/>
                                          </p:val>
                                        </p:tav>
                                      </p:tavLst>
                                    </p:anim>
                                    <p:anim calcmode="lin" valueType="num">
                                      <p:cBhvr additive="base">
                                        <p:cTn id="53" dur="20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7" presetClass="entr" presetSubtype="4" fill="hold" grpId="0" nodeType="clickEffect">
                                  <p:stCondLst>
                                    <p:cond delay="0"/>
                                  </p:stCondLst>
                                  <p:childTnLst>
                                    <p:set>
                                      <p:cBhvr>
                                        <p:cTn id="57" dur="1" fill="hold">
                                          <p:stCondLst>
                                            <p:cond delay="0"/>
                                          </p:stCondLst>
                                        </p:cTn>
                                        <p:tgtEl>
                                          <p:spTgt spid="32"/>
                                        </p:tgtEl>
                                        <p:attrNameLst>
                                          <p:attrName>style.visibility</p:attrName>
                                        </p:attrNameLst>
                                      </p:cBhvr>
                                      <p:to>
                                        <p:strVal val="visible"/>
                                      </p:to>
                                    </p:set>
                                    <p:anim calcmode="lin" valueType="num">
                                      <p:cBhvr additive="base">
                                        <p:cTn id="58" dur="2000" fill="hold"/>
                                        <p:tgtEl>
                                          <p:spTgt spid="32"/>
                                        </p:tgtEl>
                                        <p:attrNameLst>
                                          <p:attrName>ppt_x</p:attrName>
                                        </p:attrNameLst>
                                      </p:cBhvr>
                                      <p:tavLst>
                                        <p:tav tm="0">
                                          <p:val>
                                            <p:strVal val="#ppt_x"/>
                                          </p:val>
                                        </p:tav>
                                        <p:tav tm="100000">
                                          <p:val>
                                            <p:strVal val="#ppt_x"/>
                                          </p:val>
                                        </p:tav>
                                      </p:tavLst>
                                    </p:anim>
                                    <p:anim calcmode="lin" valueType="num">
                                      <p:cBhvr additive="base">
                                        <p:cTn id="59" dur="2000" fill="hold"/>
                                        <p:tgtEl>
                                          <p:spTgt spid="32"/>
                                        </p:tgtEl>
                                        <p:attrNameLst>
                                          <p:attrName>ppt_y</p:attrName>
                                        </p:attrNameLst>
                                      </p:cBhvr>
                                      <p:tavLst>
                                        <p:tav tm="0">
                                          <p:val>
                                            <p:strVal val="1+#ppt_h/2"/>
                                          </p:val>
                                        </p:tav>
                                        <p:tav tm="100000">
                                          <p:val>
                                            <p:strVal val="#ppt_y"/>
                                          </p:val>
                                        </p:tav>
                                      </p:tavLst>
                                    </p:anim>
                                  </p:childTnLst>
                                </p:cTn>
                              </p:par>
                              <p:par>
                                <p:cTn id="60" presetID="7" presetClass="entr" presetSubtype="4"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 calcmode="lin" valueType="num">
                                      <p:cBhvr additive="base">
                                        <p:cTn id="62" dur="2000" fill="hold"/>
                                        <p:tgtEl>
                                          <p:spTgt spid="30"/>
                                        </p:tgtEl>
                                        <p:attrNameLst>
                                          <p:attrName>ppt_x</p:attrName>
                                        </p:attrNameLst>
                                      </p:cBhvr>
                                      <p:tavLst>
                                        <p:tav tm="0">
                                          <p:val>
                                            <p:strVal val="#ppt_x"/>
                                          </p:val>
                                        </p:tav>
                                        <p:tav tm="100000">
                                          <p:val>
                                            <p:strVal val="#ppt_x"/>
                                          </p:val>
                                        </p:tav>
                                      </p:tavLst>
                                    </p:anim>
                                    <p:anim calcmode="lin" valueType="num">
                                      <p:cBhvr additive="base">
                                        <p:cTn id="63" dur="20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7" presetClass="entr" presetSubtype="4" fill="hold" grpId="0" nodeType="clickEffect">
                                  <p:stCondLst>
                                    <p:cond delay="0"/>
                                  </p:stCondLst>
                                  <p:childTnLst>
                                    <p:set>
                                      <p:cBhvr>
                                        <p:cTn id="67" dur="1" fill="hold">
                                          <p:stCondLst>
                                            <p:cond delay="0"/>
                                          </p:stCondLst>
                                        </p:cTn>
                                        <p:tgtEl>
                                          <p:spTgt spid="33"/>
                                        </p:tgtEl>
                                        <p:attrNameLst>
                                          <p:attrName>style.visibility</p:attrName>
                                        </p:attrNameLst>
                                      </p:cBhvr>
                                      <p:to>
                                        <p:strVal val="visible"/>
                                      </p:to>
                                    </p:set>
                                    <p:anim calcmode="lin" valueType="num">
                                      <p:cBhvr additive="base">
                                        <p:cTn id="68" dur="2000" fill="hold"/>
                                        <p:tgtEl>
                                          <p:spTgt spid="33"/>
                                        </p:tgtEl>
                                        <p:attrNameLst>
                                          <p:attrName>ppt_x</p:attrName>
                                        </p:attrNameLst>
                                      </p:cBhvr>
                                      <p:tavLst>
                                        <p:tav tm="0">
                                          <p:val>
                                            <p:strVal val="#ppt_x"/>
                                          </p:val>
                                        </p:tav>
                                        <p:tav tm="100000">
                                          <p:val>
                                            <p:strVal val="#ppt_x"/>
                                          </p:val>
                                        </p:tav>
                                      </p:tavLst>
                                    </p:anim>
                                    <p:anim calcmode="lin" valueType="num">
                                      <p:cBhvr additive="base">
                                        <p:cTn id="69" dur="2000" fill="hold"/>
                                        <p:tgtEl>
                                          <p:spTgt spid="33"/>
                                        </p:tgtEl>
                                        <p:attrNameLst>
                                          <p:attrName>ppt_y</p:attrName>
                                        </p:attrNameLst>
                                      </p:cBhvr>
                                      <p:tavLst>
                                        <p:tav tm="0">
                                          <p:val>
                                            <p:strVal val="1+#ppt_h/2"/>
                                          </p:val>
                                        </p:tav>
                                        <p:tav tm="100000">
                                          <p:val>
                                            <p:strVal val="#ppt_y"/>
                                          </p:val>
                                        </p:tav>
                                      </p:tavLst>
                                    </p:anim>
                                  </p:childTnLst>
                                </p:cTn>
                              </p:par>
                              <p:par>
                                <p:cTn id="70" presetID="7" presetClass="entr" presetSubtype="4" fill="hold" grpId="0" nodeType="withEffect">
                                  <p:stCondLst>
                                    <p:cond delay="0"/>
                                  </p:stCondLst>
                                  <p:childTnLst>
                                    <p:set>
                                      <p:cBhvr>
                                        <p:cTn id="71" dur="1" fill="hold">
                                          <p:stCondLst>
                                            <p:cond delay="0"/>
                                          </p:stCondLst>
                                        </p:cTn>
                                        <p:tgtEl>
                                          <p:spTgt spid="31"/>
                                        </p:tgtEl>
                                        <p:attrNameLst>
                                          <p:attrName>style.visibility</p:attrName>
                                        </p:attrNameLst>
                                      </p:cBhvr>
                                      <p:to>
                                        <p:strVal val="visible"/>
                                      </p:to>
                                    </p:set>
                                    <p:anim calcmode="lin" valueType="num">
                                      <p:cBhvr additive="base">
                                        <p:cTn id="72" dur="2000" fill="hold"/>
                                        <p:tgtEl>
                                          <p:spTgt spid="31"/>
                                        </p:tgtEl>
                                        <p:attrNameLst>
                                          <p:attrName>ppt_x</p:attrName>
                                        </p:attrNameLst>
                                      </p:cBhvr>
                                      <p:tavLst>
                                        <p:tav tm="0">
                                          <p:val>
                                            <p:strVal val="#ppt_x"/>
                                          </p:val>
                                        </p:tav>
                                        <p:tav tm="100000">
                                          <p:val>
                                            <p:strVal val="#ppt_x"/>
                                          </p:val>
                                        </p:tav>
                                      </p:tavLst>
                                    </p:anim>
                                    <p:anim calcmode="lin" valueType="num">
                                      <p:cBhvr additive="base">
                                        <p:cTn id="73" dur="20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3" grpId="0" animBg="1"/>
      <p:bldP spid="24" grpId="0"/>
      <p:bldP spid="25" grpId="0" animBg="1"/>
      <p:bldP spid="26" grpId="0" animBg="1"/>
      <p:bldP spid="27" grpId="0" animBg="1"/>
      <p:bldP spid="28" grpId="0"/>
      <p:bldP spid="29" grpId="0"/>
      <p:bldP spid="30" grpId="0"/>
      <p:bldP spid="31" grpId="0"/>
      <p:bldP spid="32" grpId="0" animBg="1"/>
      <p:bldP spid="33" grpId="0" animBg="1"/>
      <p:bldP spid="3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dirty="0"/>
          </a:p>
        </p:txBody>
      </p:sp>
      <p:sp>
        <p:nvSpPr>
          <p:cNvPr id="6" name="Footer Placeholder 5"/>
          <p:cNvSpPr>
            <a:spLocks noGrp="1"/>
          </p:cNvSpPr>
          <p:nvPr>
            <p:ph type="ftr" sz="quarter" idx="11"/>
          </p:nvPr>
        </p:nvSpPr>
        <p:spPr/>
        <p:txBody>
          <a:bodyPr/>
          <a:lstStyle/>
          <a:p>
            <a:r>
              <a:rPr lang="vi-VN" smtClean="0"/>
              <a:t>301002_Chương 7</a:t>
            </a:r>
            <a:endParaRPr lang="en-US" dirty="0"/>
          </a:p>
        </p:txBody>
      </p:sp>
      <p:sp>
        <p:nvSpPr>
          <p:cNvPr id="7" name="Slide Number Placeholder 6"/>
          <p:cNvSpPr>
            <a:spLocks noGrp="1"/>
          </p:cNvSpPr>
          <p:nvPr>
            <p:ph type="sldNum" sz="quarter" idx="12"/>
          </p:nvPr>
        </p:nvSpPr>
        <p:spPr/>
        <p:txBody>
          <a:bodyPr/>
          <a:lstStyle/>
          <a:p>
            <a:fld id="{A58A153D-734D-405D-8FB4-686C2D8CE407}" type="slidenum">
              <a:rPr lang="en-US" smtClean="0"/>
              <a:pPr/>
              <a:t>16</a:t>
            </a:fld>
            <a:endParaRPr lang="en-US" dirty="0"/>
          </a:p>
        </p:txBody>
      </p:sp>
      <p:sp>
        <p:nvSpPr>
          <p:cNvPr id="10" name="Text Box 36"/>
          <p:cNvSpPr txBox="1">
            <a:spLocks noChangeArrowheads="1"/>
          </p:cNvSpPr>
          <p:nvPr/>
        </p:nvSpPr>
        <p:spPr bwMode="auto">
          <a:xfrm>
            <a:off x="0" y="2885182"/>
            <a:ext cx="2362200" cy="107721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3200" b="1" dirty="0" smtClean="0">
                <a:solidFill>
                  <a:srgbClr val="FF0000"/>
                </a:solidFill>
                <a:latin typeface="Times New Roman"/>
                <a:cs typeface="Times New Roman"/>
              </a:rPr>
              <a:t>2. </a:t>
            </a:r>
            <a:r>
              <a:rPr lang="en-US" sz="3200" b="1" dirty="0" err="1" smtClean="0">
                <a:solidFill>
                  <a:srgbClr val="FF0000"/>
                </a:solidFill>
                <a:latin typeface="Times New Roman"/>
                <a:cs typeface="Times New Roman"/>
              </a:rPr>
              <a:t>Cơ</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sở</a:t>
            </a:r>
            <a:r>
              <a:rPr lang="en-US" sz="3200" b="1" dirty="0" smtClean="0">
                <a:solidFill>
                  <a:srgbClr val="FF0000"/>
                </a:solidFill>
                <a:latin typeface="Times New Roman"/>
                <a:cs typeface="Times New Roman"/>
              </a:rPr>
              <a:t> </a:t>
            </a:r>
          </a:p>
          <a:p>
            <a:pPr algn="ctr"/>
            <a:r>
              <a:rPr lang="en-US" sz="3200" b="1" dirty="0" err="1">
                <a:solidFill>
                  <a:srgbClr val="FF0000"/>
                </a:solidFill>
                <a:latin typeface="Times New Roman"/>
                <a:cs typeface="Times New Roman"/>
              </a:rPr>
              <a:t>l</a:t>
            </a:r>
            <a:r>
              <a:rPr lang="en-US" sz="3200" b="1" dirty="0" err="1" smtClean="0">
                <a:solidFill>
                  <a:srgbClr val="FF0000"/>
                </a:solidFill>
                <a:latin typeface="Times New Roman"/>
                <a:cs typeface="Times New Roman"/>
              </a:rPr>
              <a:t>ý</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luận</a:t>
            </a:r>
            <a:endParaRPr lang="en-US" sz="3200" b="1" dirty="0">
              <a:solidFill>
                <a:srgbClr val="FF0000"/>
              </a:solidFill>
              <a:latin typeface="Times New Roman"/>
              <a:cs typeface="Times New Roman"/>
            </a:endParaRPr>
          </a:p>
        </p:txBody>
      </p:sp>
      <p:sp>
        <p:nvSpPr>
          <p:cNvPr id="11" name="Text Box 36"/>
          <p:cNvSpPr txBox="1">
            <a:spLocks noChangeArrowheads="1"/>
          </p:cNvSpPr>
          <p:nvPr/>
        </p:nvSpPr>
        <p:spPr bwMode="auto">
          <a:xfrm>
            <a:off x="3962400" y="1600200"/>
            <a:ext cx="457200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smtClean="0">
                <a:solidFill>
                  <a:srgbClr val="002060"/>
                </a:solidFill>
                <a:latin typeface="Times New Roman"/>
                <a:cs typeface="Times New Roman"/>
              </a:rPr>
              <a:t>Giá trị truyền thống tốt đẹp của dân tộc Việt Nam</a:t>
            </a:r>
            <a:endParaRPr lang="en-US" sz="2600" dirty="0">
              <a:solidFill>
                <a:srgbClr val="002060"/>
              </a:solidFill>
              <a:latin typeface="Times New Roman"/>
              <a:cs typeface="Times New Roman"/>
            </a:endParaRPr>
          </a:p>
        </p:txBody>
      </p:sp>
      <p:cxnSp>
        <p:nvCxnSpPr>
          <p:cNvPr id="14" name="Straight Connector 13"/>
          <p:cNvCxnSpPr/>
          <p:nvPr/>
        </p:nvCxnSpPr>
        <p:spPr>
          <a:xfrm>
            <a:off x="2555389"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015153" y="2133600"/>
            <a:ext cx="18015" cy="26670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971800" y="215163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017933" y="479123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8" name="Text Box 36"/>
          <p:cNvSpPr txBox="1">
            <a:spLocks noChangeArrowheads="1"/>
          </p:cNvSpPr>
          <p:nvPr/>
        </p:nvSpPr>
        <p:spPr bwMode="auto">
          <a:xfrm>
            <a:off x="3810000" y="3113481"/>
            <a:ext cx="4724400"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smtClean="0">
                <a:solidFill>
                  <a:srgbClr val="002060"/>
                </a:solidFill>
                <a:latin typeface="Times New Roman"/>
                <a:cs typeface="Times New Roman"/>
              </a:rPr>
              <a:t>Tinh hoa văn hóa nhân loại</a:t>
            </a:r>
            <a:endParaRPr lang="en-US" sz="2600" dirty="0">
              <a:solidFill>
                <a:srgbClr val="002060"/>
              </a:solidFill>
              <a:latin typeface="Times New Roman"/>
              <a:cs typeface="Times New Roman"/>
            </a:endParaRPr>
          </a:p>
        </p:txBody>
      </p:sp>
      <p:sp>
        <p:nvSpPr>
          <p:cNvPr id="19" name="Text Box 36"/>
          <p:cNvSpPr txBox="1">
            <a:spLocks noChangeArrowheads="1"/>
          </p:cNvSpPr>
          <p:nvPr/>
        </p:nvSpPr>
        <p:spPr bwMode="auto">
          <a:xfrm>
            <a:off x="3962400" y="4480920"/>
            <a:ext cx="4724400"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smtClean="0">
                <a:solidFill>
                  <a:srgbClr val="002060"/>
                </a:solidFill>
                <a:latin typeface="Times New Roman"/>
                <a:cs typeface="Times New Roman"/>
              </a:rPr>
              <a:t>Chủ nghĩa Mác - Lênin</a:t>
            </a:r>
            <a:endParaRPr lang="en-US" sz="2600" dirty="0">
              <a:solidFill>
                <a:srgbClr val="002060"/>
              </a:solidFill>
              <a:latin typeface="Times New Roman"/>
              <a:cs typeface="Times New Roman"/>
            </a:endParaRPr>
          </a:p>
        </p:txBody>
      </p:sp>
      <p:cxnSp>
        <p:nvCxnSpPr>
          <p:cNvPr id="22" name="Straight Arrow Connector 21"/>
          <p:cNvCxnSpPr/>
          <p:nvPr/>
        </p:nvCxnSpPr>
        <p:spPr>
          <a:xfrm>
            <a:off x="3048000" y="350520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851532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par>
                                <p:cTn id="11" presetID="16" presetClass="entr" presetSubtype="21"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arn(inVertical)">
                                      <p:cBhvr>
                                        <p:cTn id="13" dur="500"/>
                                        <p:tgtEl>
                                          <p:spTgt spid="1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barn(inVertical)">
                                      <p:cBhvr>
                                        <p:cTn id="21" dur="500"/>
                                        <p:tgtEl>
                                          <p:spTgt spid="22"/>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barn(inVertical)">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500"/>
                                        <p:tgtEl>
                                          <p:spTgt spid="17"/>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down)">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17</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4" name="Text Box 36"/>
          <p:cNvSpPr txBox="1">
            <a:spLocks noChangeArrowheads="1"/>
          </p:cNvSpPr>
          <p:nvPr/>
        </p:nvSpPr>
        <p:spPr bwMode="auto">
          <a:xfrm>
            <a:off x="917575" y="1143000"/>
            <a:ext cx="7616825"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smtClean="0">
                <a:solidFill>
                  <a:srgbClr val="C00000"/>
                </a:solidFill>
                <a:latin typeface="Times New Roman"/>
                <a:cs typeface="Times New Roman"/>
              </a:rPr>
              <a:t>Giá trị truyền thống tốt đẹp của dân tộc Việt Nam</a:t>
            </a:r>
            <a:endParaRPr lang="en-US" sz="2600" b="1" dirty="0">
              <a:solidFill>
                <a:srgbClr val="C00000"/>
              </a:solidFill>
              <a:latin typeface="Times New Roman"/>
              <a:cs typeface="Times New Roman"/>
            </a:endParaRPr>
          </a:p>
        </p:txBody>
      </p:sp>
      <p:pic>
        <p:nvPicPr>
          <p:cNvPr id="15" name="Picture 27" descr="Van%20mieu%20Quoc%20Tu%20Gi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0" y="2558410"/>
            <a:ext cx="2995329" cy="2246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AutoShape 18"/>
          <p:cNvSpPr>
            <a:spLocks noChangeArrowheads="1"/>
          </p:cNvSpPr>
          <p:nvPr/>
        </p:nvSpPr>
        <p:spPr bwMode="auto">
          <a:xfrm>
            <a:off x="3575061" y="3728799"/>
            <a:ext cx="5416539" cy="919401"/>
          </a:xfrm>
          <a:prstGeom prst="roundRect">
            <a:avLst>
              <a:gd name="adj" fmla="val 16667"/>
            </a:avLst>
          </a:prstGeom>
          <a:noFill/>
          <a:ln>
            <a:noFill/>
          </a:ln>
          <a:effectLst/>
          <a:extLst/>
        </p:spPr>
        <p:txBody>
          <a:bodyPr wrap="square">
            <a:spAutoFit/>
          </a:bodyPr>
          <a:lstStyle/>
          <a:p>
            <a:pPr algn="just"/>
            <a:r>
              <a:rPr lang="en-US" sz="2400" b="1" i="1" dirty="0" err="1">
                <a:solidFill>
                  <a:srgbClr val="000099"/>
                </a:solidFill>
                <a:latin typeface="Times New Roman" pitchFamily="18" charset="0"/>
              </a:rPr>
              <a:t>Tinh</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thần</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cộng</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đồng</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đoàn</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kết</a:t>
            </a:r>
            <a:r>
              <a:rPr lang="en-US" sz="2400" b="1" i="1" dirty="0">
                <a:solidFill>
                  <a:srgbClr val="000099"/>
                </a:solidFill>
                <a:latin typeface="Times New Roman" pitchFamily="18" charset="0"/>
              </a:rPr>
              <a:t>, ý </a:t>
            </a:r>
            <a:r>
              <a:rPr lang="en-US" sz="2400" b="1" i="1" dirty="0" err="1">
                <a:solidFill>
                  <a:srgbClr val="000099"/>
                </a:solidFill>
                <a:latin typeface="Times New Roman" pitchFamily="18" charset="0"/>
              </a:rPr>
              <a:t>thức</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dân</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chủ</a:t>
            </a:r>
            <a:endParaRPr lang="en-US" sz="2400" b="1" i="1" dirty="0">
              <a:solidFill>
                <a:srgbClr val="000099"/>
              </a:solidFill>
              <a:latin typeface="Times New Roman" pitchFamily="18" charset="0"/>
            </a:endParaRPr>
          </a:p>
        </p:txBody>
      </p:sp>
      <p:sp>
        <p:nvSpPr>
          <p:cNvPr id="17" name="AutoShape 17"/>
          <p:cNvSpPr>
            <a:spLocks noChangeArrowheads="1"/>
          </p:cNvSpPr>
          <p:nvPr/>
        </p:nvSpPr>
        <p:spPr bwMode="auto">
          <a:xfrm>
            <a:off x="3581400" y="2095500"/>
            <a:ext cx="5410200" cy="1123712"/>
          </a:xfrm>
          <a:prstGeom prst="roundRect">
            <a:avLst>
              <a:gd name="adj" fmla="val 16667"/>
            </a:avLst>
          </a:prstGeom>
          <a:solidFill>
            <a:srgbClr val="FF66FF"/>
          </a:solidFill>
          <a:ln>
            <a:noFill/>
          </a:ln>
          <a:effectLst/>
          <a:extLst/>
        </p:spPr>
        <p:txBody>
          <a:bodyPr wrap="square">
            <a:spAutoFit/>
          </a:bodyPr>
          <a:lstStyle/>
          <a:p>
            <a:pPr algn="just">
              <a:lnSpc>
                <a:spcPct val="150000"/>
              </a:lnSpc>
            </a:pPr>
            <a:r>
              <a:rPr lang="en-US" sz="4000" b="1" i="1" dirty="0" err="1">
                <a:solidFill>
                  <a:srgbClr val="000099"/>
                </a:solidFill>
                <a:latin typeface="Times New Roman" pitchFamily="18" charset="0"/>
              </a:rPr>
              <a:t>Chủ</a:t>
            </a:r>
            <a:r>
              <a:rPr lang="en-US" sz="4000" b="1" i="1" dirty="0">
                <a:solidFill>
                  <a:srgbClr val="000099"/>
                </a:solidFill>
                <a:latin typeface="Times New Roman" pitchFamily="18" charset="0"/>
              </a:rPr>
              <a:t> </a:t>
            </a:r>
            <a:r>
              <a:rPr lang="en-US" sz="4000" b="1" i="1" dirty="0" err="1">
                <a:solidFill>
                  <a:srgbClr val="000099"/>
                </a:solidFill>
                <a:latin typeface="Times New Roman" pitchFamily="18" charset="0"/>
              </a:rPr>
              <a:t>nghĩa</a:t>
            </a:r>
            <a:r>
              <a:rPr lang="en-US" sz="4000" b="1" i="1" dirty="0">
                <a:solidFill>
                  <a:srgbClr val="000099"/>
                </a:solidFill>
                <a:latin typeface="Times New Roman" pitchFamily="18" charset="0"/>
              </a:rPr>
              <a:t> </a:t>
            </a:r>
            <a:r>
              <a:rPr lang="en-US" sz="4000" b="1" i="1" dirty="0" err="1">
                <a:solidFill>
                  <a:srgbClr val="000099"/>
                </a:solidFill>
                <a:latin typeface="Times New Roman" pitchFamily="18" charset="0"/>
              </a:rPr>
              <a:t>yêu</a:t>
            </a:r>
            <a:r>
              <a:rPr lang="en-US" sz="4000" b="1" i="1" dirty="0">
                <a:solidFill>
                  <a:srgbClr val="000099"/>
                </a:solidFill>
                <a:latin typeface="Times New Roman" pitchFamily="18" charset="0"/>
              </a:rPr>
              <a:t> </a:t>
            </a:r>
            <a:r>
              <a:rPr lang="en-US" sz="4000" b="1" i="1" dirty="0" err="1">
                <a:solidFill>
                  <a:srgbClr val="000099"/>
                </a:solidFill>
                <a:latin typeface="Times New Roman" pitchFamily="18" charset="0"/>
              </a:rPr>
              <a:t>nước</a:t>
            </a:r>
            <a:r>
              <a:rPr lang="en-US" sz="4000" dirty="0">
                <a:solidFill>
                  <a:srgbClr val="000099"/>
                </a:solidFill>
                <a:latin typeface="Times New Roman" pitchFamily="18" charset="0"/>
              </a:rPr>
              <a:t> </a:t>
            </a:r>
          </a:p>
        </p:txBody>
      </p:sp>
      <p:sp>
        <p:nvSpPr>
          <p:cNvPr id="23" name="AutoShape 19"/>
          <p:cNvSpPr>
            <a:spLocks noChangeArrowheads="1"/>
          </p:cNvSpPr>
          <p:nvPr/>
        </p:nvSpPr>
        <p:spPr bwMode="auto">
          <a:xfrm>
            <a:off x="3505201" y="4767977"/>
            <a:ext cx="5526088" cy="1328023"/>
          </a:xfrm>
          <a:prstGeom prst="roundRect">
            <a:avLst>
              <a:gd name="adj" fmla="val 16667"/>
            </a:avLst>
          </a:prstGeom>
          <a:noFill/>
          <a:ln>
            <a:noFill/>
          </a:ln>
          <a:effectLst/>
          <a:extLst/>
        </p:spPr>
        <p:txBody>
          <a:bodyPr wrap="square">
            <a:spAutoFit/>
          </a:bodyPr>
          <a:lstStyle/>
          <a:p>
            <a:pPr algn="just"/>
            <a:r>
              <a:rPr lang="en-US" sz="2400" b="1" i="1" dirty="0" err="1">
                <a:solidFill>
                  <a:srgbClr val="000099"/>
                </a:solidFill>
                <a:latin typeface="Times New Roman" pitchFamily="18" charset="0"/>
              </a:rPr>
              <a:t>Truyền</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thống</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dũng</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cảm</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cần</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cù</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thông</a:t>
            </a:r>
            <a:r>
              <a:rPr lang="en-US" sz="2400" b="1" i="1" dirty="0">
                <a:solidFill>
                  <a:srgbClr val="000099"/>
                </a:solidFill>
                <a:latin typeface="Times New Roman" pitchFamily="18" charset="0"/>
              </a:rPr>
              <a:t> minh, </a:t>
            </a:r>
            <a:r>
              <a:rPr lang="en-US" sz="2400" b="1" i="1" dirty="0" err="1">
                <a:solidFill>
                  <a:srgbClr val="000099"/>
                </a:solidFill>
                <a:latin typeface="Times New Roman" pitchFamily="18" charset="0"/>
              </a:rPr>
              <a:t>sáng</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tạo</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tư</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duy</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mở</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mềm</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dẻo</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trong</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lao</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động</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sản</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xuất</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và</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chiến</a:t>
            </a:r>
            <a:r>
              <a:rPr lang="en-US" sz="2400" b="1" i="1" dirty="0">
                <a:solidFill>
                  <a:srgbClr val="000099"/>
                </a:solidFill>
                <a:latin typeface="Times New Roman" pitchFamily="18" charset="0"/>
              </a:rPr>
              <a:t> </a:t>
            </a:r>
            <a:r>
              <a:rPr lang="en-US" sz="2400" b="1" i="1" dirty="0" err="1">
                <a:solidFill>
                  <a:srgbClr val="000099"/>
                </a:solidFill>
                <a:latin typeface="Times New Roman" pitchFamily="18" charset="0"/>
              </a:rPr>
              <a:t>đấu</a:t>
            </a:r>
            <a:endParaRPr lang="en-US" sz="2400" b="1" i="1" dirty="0">
              <a:solidFill>
                <a:srgbClr val="000099"/>
              </a:solidFill>
              <a:latin typeface="Times New Roman" pitchFamily="18" charset="0"/>
            </a:endParaRPr>
          </a:p>
        </p:txBody>
      </p:sp>
      <p:sp>
        <p:nvSpPr>
          <p:cNvPr id="16"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8" name="Rectangle 17"/>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4"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655389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1000"/>
                                        <p:tgtEl>
                                          <p:spTgt spid="23"/>
                                        </p:tgtEl>
                                      </p:cBhvr>
                                    </p:animEffect>
                                    <p:anim calcmode="lin" valueType="num">
                                      <p:cBhvr>
                                        <p:cTn id="22" dur="1000" fill="hold"/>
                                        <p:tgtEl>
                                          <p:spTgt spid="23"/>
                                        </p:tgtEl>
                                        <p:attrNameLst>
                                          <p:attrName>ppt_x</p:attrName>
                                        </p:attrNameLst>
                                      </p:cBhvr>
                                      <p:tavLst>
                                        <p:tav tm="0">
                                          <p:val>
                                            <p:strVal val="#ppt_x"/>
                                          </p:val>
                                        </p:tav>
                                        <p:tav tm="100000">
                                          <p:val>
                                            <p:strVal val="#ppt_x"/>
                                          </p:val>
                                        </p:tav>
                                      </p:tavLst>
                                    </p:anim>
                                    <p:anim calcmode="lin" valueType="num">
                                      <p:cBhvr>
                                        <p:cTn id="2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7" grpId="0" animBg="1"/>
      <p:bldP spid="2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18</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4" name="Text Box 36"/>
          <p:cNvSpPr txBox="1">
            <a:spLocks noChangeArrowheads="1"/>
          </p:cNvSpPr>
          <p:nvPr/>
        </p:nvSpPr>
        <p:spPr bwMode="auto">
          <a:xfrm>
            <a:off x="917575" y="990600"/>
            <a:ext cx="7616825"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smtClean="0">
                <a:solidFill>
                  <a:srgbClr val="C00000"/>
                </a:solidFill>
                <a:latin typeface="Times New Roman"/>
                <a:cs typeface="Times New Roman"/>
              </a:rPr>
              <a:t>Giá trị truyền thống tốt đẹp của dân tộc Việt Nam</a:t>
            </a:r>
            <a:endParaRPr lang="en-US" sz="2600" b="1" dirty="0">
              <a:solidFill>
                <a:srgbClr val="C00000"/>
              </a:solidFill>
              <a:latin typeface="Times New Roman"/>
              <a:cs typeface="Times New Roman"/>
            </a:endParaRPr>
          </a:p>
        </p:txBody>
      </p:sp>
      <p:pic>
        <p:nvPicPr>
          <p:cNvPr id="15" name="Picture 27" descr="Van%20mieu%20Quoc%20Tu%20Gi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0" y="2558410"/>
            <a:ext cx="2995329" cy="2246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17"/>
          <p:cNvSpPr txBox="1">
            <a:spLocks noChangeArrowheads="1"/>
          </p:cNvSpPr>
          <p:nvPr/>
        </p:nvSpPr>
        <p:spPr bwMode="auto">
          <a:xfrm>
            <a:off x="3200400" y="1763619"/>
            <a:ext cx="5676900" cy="4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lnSpc>
                <a:spcPct val="140000"/>
              </a:lnSpc>
            </a:pPr>
            <a:r>
              <a:rPr lang="en-US" i="1">
                <a:solidFill>
                  <a:srgbClr val="002060"/>
                </a:solidFill>
                <a:latin typeface="Times New Roman" pitchFamily="18" charset="0"/>
              </a:rPr>
              <a:t>“Dân ta có một lòng nồng nàn yêu nước. Đó là một truyền thống quý báu của ta. Từ xưa đến nay, mỗi khi Tổ quốc bị xâm lăng, thì tinh thần ấy lại sôi nổi, nó kết thành một làn sóng vô cùng mạnh mẽ, to lớn, nó lướt qua mọi sự nguy hiểm, khó khăn, nó nhấn chìm tất cả lũ bán nước và lũ cướp nước…”</a:t>
            </a:r>
          </a:p>
          <a:p>
            <a:pPr algn="just" eaLnBrk="1" hangingPunct="1">
              <a:lnSpc>
                <a:spcPct val="140000"/>
              </a:lnSpc>
            </a:pPr>
            <a:r>
              <a:rPr lang="en-US" i="1">
                <a:solidFill>
                  <a:srgbClr val="002060"/>
                </a:solidFill>
                <a:latin typeface="Times New Roman" pitchFamily="18" charset="0"/>
              </a:rPr>
              <a:t>                                                  Hồ Chí Minh</a:t>
            </a:r>
          </a:p>
        </p:txBody>
      </p:sp>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3" name="Rectangle 12"/>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Connector 17"/>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11742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19</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4" name="Text Box 36"/>
          <p:cNvSpPr txBox="1">
            <a:spLocks noChangeArrowheads="1"/>
          </p:cNvSpPr>
          <p:nvPr/>
        </p:nvSpPr>
        <p:spPr bwMode="auto">
          <a:xfrm>
            <a:off x="917575" y="990600"/>
            <a:ext cx="7616825"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smtClean="0">
                <a:solidFill>
                  <a:srgbClr val="C00000"/>
                </a:solidFill>
                <a:latin typeface="Times New Roman"/>
                <a:cs typeface="Times New Roman"/>
              </a:rPr>
              <a:t>Giá trị truyền thống tốt đẹp của dân tộc Việt Nam</a:t>
            </a:r>
            <a:endParaRPr lang="en-US" sz="2600" b="1" dirty="0">
              <a:solidFill>
                <a:srgbClr val="C00000"/>
              </a:solidFill>
              <a:latin typeface="Times New Roman"/>
              <a:cs typeface="Times New Roman"/>
            </a:endParaRPr>
          </a:p>
        </p:txBody>
      </p:sp>
      <p:pic>
        <p:nvPicPr>
          <p:cNvPr id="12" name="Picture 11" descr="4188526958"/>
          <p:cNvPicPr>
            <a:picLocks noChangeAspect="1" noChangeArrowheads="1"/>
          </p:cNvPicPr>
          <p:nvPr/>
        </p:nvPicPr>
        <p:blipFill>
          <a:blip r:embed="rId3" cstate="print">
            <a:lum bright="-20000" contrast="12000"/>
            <a:extLst>
              <a:ext uri="{28A0092B-C50C-407E-A947-70E740481C1C}">
                <a14:useLocalDpi xmlns:a14="http://schemas.microsoft.com/office/drawing/2010/main" val="0"/>
              </a:ext>
            </a:extLst>
          </a:blip>
          <a:srcRect/>
          <a:stretch>
            <a:fillRect/>
          </a:stretch>
        </p:blipFill>
        <p:spPr bwMode="auto">
          <a:xfrm>
            <a:off x="0" y="1905000"/>
            <a:ext cx="2514600" cy="3756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
          <p:cNvSpPr>
            <a:spLocks noChangeArrowheads="1"/>
          </p:cNvSpPr>
          <p:nvPr/>
        </p:nvSpPr>
        <p:spPr bwMode="auto">
          <a:xfrm>
            <a:off x="2895600" y="1898548"/>
            <a:ext cx="5867400" cy="4524315"/>
          </a:xfrm>
          <a:prstGeom prst="rect">
            <a:avLst/>
          </a:prstGeom>
          <a:noFill/>
          <a:ln>
            <a:noFill/>
          </a:ln>
          <a:effectLst/>
          <a:extLst>
            <a:ext uri="{909E8E84-426E-40DD-AFC4-6F175D3DCCD1}">
              <a14:hiddenFill xmlns:a14="http://schemas.microsoft.com/office/drawing/2010/main">
                <a:solidFill>
                  <a:srgbClr val="CC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pPr>
            <a:r>
              <a:rPr lang="en-US" sz="2400" i="1">
                <a:solidFill>
                  <a:srgbClr val="000086"/>
                </a:solidFill>
                <a:latin typeface="Times New Roman" pitchFamily="18" charset="0"/>
              </a:rPr>
              <a:t>      Tôi sinh ra đã thấy nước tôi bị biến thành thuộc địa. Vì muốn giải phóng cho nhân dân mình nên ngay từ nhỏ tôi đã tham gia những hoạt động yêu nước. </a:t>
            </a:r>
            <a:endParaRPr lang="en-US" sz="2400" i="1" smtClean="0">
              <a:solidFill>
                <a:srgbClr val="000086"/>
              </a:solidFill>
              <a:latin typeface="Times New Roman" pitchFamily="18" charset="0"/>
            </a:endParaRPr>
          </a:p>
          <a:p>
            <a:pPr algn="just">
              <a:lnSpc>
                <a:spcPct val="150000"/>
              </a:lnSpc>
            </a:pPr>
            <a:r>
              <a:rPr lang="en-US" sz="2400" i="1">
                <a:solidFill>
                  <a:schemeClr val="tx2"/>
                </a:solidFill>
                <a:latin typeface="Times New Roman" pitchFamily="18" charset="0"/>
              </a:rPr>
              <a:t> </a:t>
            </a:r>
            <a:r>
              <a:rPr lang="en-US" sz="2400" i="1">
                <a:solidFill>
                  <a:srgbClr val="CC0099"/>
                </a:solidFill>
                <a:latin typeface="Times New Roman" pitchFamily="18" charset="0"/>
              </a:rPr>
              <a:t>“Lúc đầu, chính chủ nghĩa yêu nước, chứ chưa phải chủ nghĩa cộng sản đã đưa tôi tin theo Lênin, tin theo Quốc tế thứ ba”.</a:t>
            </a:r>
            <a:r>
              <a:rPr lang="en-US" sz="2400">
                <a:solidFill>
                  <a:srgbClr val="CC0099"/>
                </a:solidFill>
                <a:latin typeface="Times New Roman" pitchFamily="18" charset="0"/>
              </a:rPr>
              <a:t> </a:t>
            </a:r>
            <a:endParaRPr lang="en-US" sz="2400" i="1">
              <a:solidFill>
                <a:srgbClr val="000086"/>
              </a:solidFill>
              <a:latin typeface="Times New Roman" pitchFamily="18" charset="0"/>
            </a:endParaRPr>
          </a:p>
          <a:p>
            <a:pPr algn="just">
              <a:lnSpc>
                <a:spcPct val="150000"/>
              </a:lnSpc>
            </a:pPr>
            <a:r>
              <a:rPr lang="en-US" sz="2400" i="1">
                <a:solidFill>
                  <a:srgbClr val="000086"/>
                </a:solidFill>
                <a:latin typeface="Times New Roman" pitchFamily="18" charset="0"/>
              </a:rPr>
              <a:t>      </a:t>
            </a:r>
            <a:endParaRPr lang="en-US" sz="2400">
              <a:solidFill>
                <a:srgbClr val="000086"/>
              </a:solidFill>
              <a:latin typeface="Times New Roman" pitchFamily="18" charset="0"/>
            </a:endParaRPr>
          </a:p>
        </p:txBody>
      </p:sp>
      <p:sp>
        <p:nvSpPr>
          <p:cNvPr id="15"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6" name="Rectangle 15"/>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Connector 17"/>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3379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1000"/>
                                        <p:tgtEl>
                                          <p:spTgt spid="13">
                                            <p:txEl>
                                              <p:pRg st="0" end="0"/>
                                            </p:txEl>
                                          </p:spTgt>
                                        </p:tgtEl>
                                      </p:cBhvr>
                                    </p:animEffect>
                                    <p:anim calcmode="lin" valueType="num">
                                      <p:cBhvr>
                                        <p:cTn id="8"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xEl>
                                              <p:pRg st="1" end="1"/>
                                            </p:txEl>
                                          </p:spTgt>
                                        </p:tgtEl>
                                        <p:attrNameLst>
                                          <p:attrName>style.visibility</p:attrName>
                                        </p:attrNameLst>
                                      </p:cBhvr>
                                      <p:to>
                                        <p:strVal val="visible"/>
                                      </p:to>
                                    </p:set>
                                    <p:animEffect transition="in" filter="fade">
                                      <p:cBhvr>
                                        <p:cTn id="14" dur="1000"/>
                                        <p:tgtEl>
                                          <p:spTgt spid="13">
                                            <p:txEl>
                                              <p:pRg st="1" end="1"/>
                                            </p:txEl>
                                          </p:spTgt>
                                        </p:tgtEl>
                                      </p:cBhvr>
                                    </p:animEffect>
                                    <p:anim calcmode="lin" valueType="num">
                                      <p:cBhvr>
                                        <p:cTn id="15"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20</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4" name="Text Box 36"/>
          <p:cNvSpPr txBox="1">
            <a:spLocks noChangeArrowheads="1"/>
          </p:cNvSpPr>
          <p:nvPr/>
        </p:nvSpPr>
        <p:spPr bwMode="auto">
          <a:xfrm>
            <a:off x="917575" y="1208181"/>
            <a:ext cx="7616825"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err="1" smtClean="0">
                <a:solidFill>
                  <a:srgbClr val="C00000"/>
                </a:solidFill>
                <a:latin typeface="Times New Roman"/>
                <a:cs typeface="Times New Roman"/>
              </a:rPr>
              <a:t>Tinh</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hoa</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văn</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hóa</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nhân</a:t>
            </a:r>
            <a:r>
              <a:rPr lang="en-US" sz="2600" b="1" dirty="0" smtClean="0">
                <a:solidFill>
                  <a:srgbClr val="C00000"/>
                </a:solidFill>
                <a:latin typeface="Times New Roman"/>
                <a:cs typeface="Times New Roman"/>
              </a:rPr>
              <a:t> </a:t>
            </a:r>
            <a:r>
              <a:rPr lang="en-US" sz="2600" b="1" dirty="0" err="1" smtClean="0">
                <a:solidFill>
                  <a:srgbClr val="C00000"/>
                </a:solidFill>
                <a:latin typeface="Times New Roman"/>
                <a:cs typeface="Times New Roman"/>
              </a:rPr>
              <a:t>loại</a:t>
            </a:r>
            <a:endParaRPr lang="en-US" sz="2600" b="1" dirty="0">
              <a:solidFill>
                <a:srgbClr val="C00000"/>
              </a:solidFill>
              <a:latin typeface="Times New Roman"/>
              <a:cs typeface="Times New Roman"/>
            </a:endParaRPr>
          </a:p>
        </p:txBody>
      </p:sp>
      <p:pic>
        <p:nvPicPr>
          <p:cNvPr id="2050" name="Picture 2" descr="http://thegioicamxuc.vn/resources/upload/images/1385969293-thang-12-thu-vi-anh-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28900"/>
            <a:ext cx="3403600" cy="25527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http://3.bp.blogspot.com/-JKosxKCEAlw/TaQB05aT1pI/AAAAAAAAADA/iyxC2FkRJpU/s1600/www.vietyo.com_94c836cf8db518.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3604137"/>
            <a:ext cx="3693664" cy="203466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https://cdn.zenquiz.net/quizzes/55a77ad3ceb1a903007f89d1-01ca9820-2c6d-11e5-8770-050901070303-compressed.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2203776"/>
            <a:ext cx="3693664" cy="1682424"/>
          </a:xfrm>
          <a:prstGeom prst="rect">
            <a:avLst/>
          </a:prstGeom>
          <a:noFill/>
          <a:extLst>
            <a:ext uri="{909E8E84-426E-40DD-AFC4-6F175D3DCCD1}">
              <a14:hiddenFill xmlns:a14="http://schemas.microsoft.com/office/drawing/2010/main">
                <a:solidFill>
                  <a:srgbClr val="FFFFFF"/>
                </a:solidFill>
              </a14:hiddenFill>
            </a:ext>
          </a:extLst>
        </p:spPr>
      </p:pic>
      <p:sp>
        <p:nvSpPr>
          <p:cNvPr id="3" name="Right Arrow 2"/>
          <p:cNvSpPr/>
          <p:nvPr/>
        </p:nvSpPr>
        <p:spPr>
          <a:xfrm>
            <a:off x="3886200" y="3733800"/>
            <a:ext cx="839787" cy="609600"/>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8" name="Rectangle 17"/>
          <p:cNvSpPr/>
          <p:nvPr/>
        </p:nvSpPr>
        <p:spPr>
          <a:xfrm>
            <a:off x="-66500" y="-140494"/>
            <a:ext cx="9144000" cy="1211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go Trường Đại học Bách khoa Thành phố Hồ Chí Minh"/>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1" name="Straight Connector 20"/>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2"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20214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ppt_x"/>
                                          </p:val>
                                        </p:tav>
                                        <p:tav tm="100000">
                                          <p:val>
                                            <p:strVal val="#ppt_x"/>
                                          </p:val>
                                        </p:tav>
                                      </p:tavLst>
                                    </p:anim>
                                    <p:anim calcmode="lin" valueType="num">
                                      <p:cBhvr additive="base">
                                        <p:cTn id="19" dur="500" fill="hold"/>
                                        <p:tgtEl>
                                          <p:spTgt spid="16"/>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additive="base">
                                        <p:cTn id="22" dur="500" fill="hold"/>
                                        <p:tgtEl>
                                          <p:spTgt spid="15"/>
                                        </p:tgtEl>
                                        <p:attrNameLst>
                                          <p:attrName>ppt_x</p:attrName>
                                        </p:attrNameLst>
                                      </p:cBhvr>
                                      <p:tavLst>
                                        <p:tav tm="0">
                                          <p:val>
                                            <p:strVal val="#ppt_x"/>
                                          </p:val>
                                        </p:tav>
                                        <p:tav tm="100000">
                                          <p:val>
                                            <p:strVal val="#ppt_x"/>
                                          </p:val>
                                        </p:tav>
                                      </p:tavLst>
                                    </p:anim>
                                    <p:anim calcmode="lin" valueType="num">
                                      <p:cBhvr additive="base">
                                        <p:cTn id="23"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21</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4" name="Text Box 36"/>
          <p:cNvSpPr txBox="1">
            <a:spLocks noChangeArrowheads="1"/>
          </p:cNvSpPr>
          <p:nvPr/>
        </p:nvSpPr>
        <p:spPr bwMode="auto">
          <a:xfrm>
            <a:off x="917575" y="990600"/>
            <a:ext cx="7616825"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smtClean="0">
                <a:solidFill>
                  <a:srgbClr val="C00000"/>
                </a:solidFill>
                <a:latin typeface="Times New Roman"/>
                <a:cs typeface="Times New Roman"/>
              </a:rPr>
              <a:t>Tinh hoa văn hóa nhân loại</a:t>
            </a:r>
            <a:endParaRPr lang="en-US" sz="2600" b="1" dirty="0">
              <a:solidFill>
                <a:srgbClr val="C00000"/>
              </a:solidFill>
              <a:latin typeface="Times New Roman"/>
              <a:cs typeface="Times New Roman"/>
            </a:endParaRPr>
          </a:p>
        </p:txBody>
      </p:sp>
      <p:sp>
        <p:nvSpPr>
          <p:cNvPr id="17" name="Text Box 3"/>
          <p:cNvSpPr txBox="1">
            <a:spLocks noChangeArrowheads="1"/>
          </p:cNvSpPr>
          <p:nvPr/>
        </p:nvSpPr>
        <p:spPr bwMode="auto">
          <a:xfrm>
            <a:off x="-14748" y="1828800"/>
            <a:ext cx="4937125" cy="4233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lnSpc>
                <a:spcPct val="130000"/>
              </a:lnSpc>
            </a:pPr>
            <a:r>
              <a:rPr lang="en-US" sz="3000" i="1" smtClean="0">
                <a:solidFill>
                  <a:srgbClr val="002060"/>
                </a:solidFill>
                <a:latin typeface="Times New Roman" pitchFamily="18" charset="0"/>
              </a:rPr>
              <a:t>Người </a:t>
            </a:r>
            <a:r>
              <a:rPr lang="en-US" sz="3000" i="1">
                <a:solidFill>
                  <a:srgbClr val="002060"/>
                </a:solidFill>
                <a:latin typeface="Times New Roman" pitchFamily="18" charset="0"/>
              </a:rPr>
              <a:t>ta chỉ có thể trở thành người cộng sản khi biết làm giàu trí óc của mình bằng cách hiểu biết tất cả những kho tàng tri thức mà nhân loại tạo ra. </a:t>
            </a:r>
          </a:p>
          <a:p>
            <a:pPr algn="just" eaLnBrk="1" hangingPunct="1">
              <a:lnSpc>
                <a:spcPct val="130000"/>
              </a:lnSpc>
            </a:pPr>
            <a:r>
              <a:rPr lang="en-US" sz="3000" i="1">
                <a:solidFill>
                  <a:srgbClr val="002060"/>
                </a:solidFill>
                <a:latin typeface="Times New Roman" pitchFamily="18" charset="0"/>
              </a:rPr>
              <a:t>			    V.I. </a:t>
            </a:r>
            <a:r>
              <a:rPr lang="en-US" sz="3000">
                <a:solidFill>
                  <a:srgbClr val="002060"/>
                </a:solidFill>
                <a:latin typeface="Times New Roman" pitchFamily="18" charset="0"/>
              </a:rPr>
              <a:t>Lênin</a:t>
            </a:r>
          </a:p>
        </p:txBody>
      </p:sp>
      <p:pic>
        <p:nvPicPr>
          <p:cNvPr id="18" name="Picture 4" descr="071107-le-nin-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1854200"/>
            <a:ext cx="3124200" cy="416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3" name="Rectangle 12"/>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982238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nodeType="clickEffect">
                                  <p:stCondLst>
                                    <p:cond delay="0"/>
                                  </p:stCondLst>
                                  <p:iterate type="lt">
                                    <p:tmPct val="10000"/>
                                  </p:iterate>
                                  <p:childTnLst>
                                    <p:set>
                                      <p:cBhvr>
                                        <p:cTn id="13" dur="1" fill="hold">
                                          <p:stCondLst>
                                            <p:cond delay="0"/>
                                          </p:stCondLst>
                                        </p:cTn>
                                        <p:tgtEl>
                                          <p:spTgt spid="17">
                                            <p:txEl>
                                              <p:pRg st="0" end="0"/>
                                            </p:txEl>
                                          </p:spTgt>
                                        </p:tgtEl>
                                        <p:attrNameLst>
                                          <p:attrName>style.visibility</p:attrName>
                                        </p:attrNameLst>
                                      </p:cBhvr>
                                      <p:to>
                                        <p:strVal val="visible"/>
                                      </p:to>
                                    </p:set>
                                    <p:animEffect transition="in" filter="fade">
                                      <p:cBhvr>
                                        <p:cTn id="14" dur="500"/>
                                        <p:tgtEl>
                                          <p:spTgt spid="17">
                                            <p:txEl>
                                              <p:pRg st="0" end="0"/>
                                            </p:txEl>
                                          </p:spTgt>
                                        </p:tgtEl>
                                      </p:cBhvr>
                                    </p:animEffect>
                                    <p:anim calcmode="lin" valueType="num">
                                      <p:cBhvr>
                                        <p:cTn id="15" dur="500" fill="hold"/>
                                        <p:tgtEl>
                                          <p:spTgt spid="17">
                                            <p:txEl>
                                              <p:pRg st="0" end="0"/>
                                            </p:txEl>
                                          </p:spTgt>
                                        </p:tgtEl>
                                        <p:attrNameLst>
                                          <p:attrName>ppt_w</p:attrName>
                                        </p:attrNameLst>
                                      </p:cBhvr>
                                      <p:tavLst>
                                        <p:tav tm="0" fmla="#ppt_w*sin(2.5*pi*$)">
                                          <p:val>
                                            <p:fltVal val="0"/>
                                          </p:val>
                                        </p:tav>
                                        <p:tav tm="100000">
                                          <p:val>
                                            <p:fltVal val="1"/>
                                          </p:val>
                                        </p:tav>
                                      </p:tavLst>
                                    </p:anim>
                                    <p:anim calcmode="lin" valueType="num">
                                      <p:cBhvr>
                                        <p:cTn id="16"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45" presetClass="entr" presetSubtype="0" fill="hold" nodeType="clickEffect">
                                  <p:stCondLst>
                                    <p:cond delay="0"/>
                                  </p:stCondLst>
                                  <p:iterate type="lt">
                                    <p:tmPct val="10000"/>
                                  </p:iterate>
                                  <p:childTnLst>
                                    <p:set>
                                      <p:cBhvr>
                                        <p:cTn id="20" dur="1" fill="hold">
                                          <p:stCondLst>
                                            <p:cond delay="0"/>
                                          </p:stCondLst>
                                        </p:cTn>
                                        <p:tgtEl>
                                          <p:spTgt spid="17">
                                            <p:txEl>
                                              <p:pRg st="1" end="1"/>
                                            </p:txEl>
                                          </p:spTgt>
                                        </p:tgtEl>
                                        <p:attrNameLst>
                                          <p:attrName>style.visibility</p:attrName>
                                        </p:attrNameLst>
                                      </p:cBhvr>
                                      <p:to>
                                        <p:strVal val="visible"/>
                                      </p:to>
                                    </p:set>
                                    <p:animEffect transition="in" filter="fade">
                                      <p:cBhvr>
                                        <p:cTn id="21" dur="500"/>
                                        <p:tgtEl>
                                          <p:spTgt spid="17">
                                            <p:txEl>
                                              <p:pRg st="1" end="1"/>
                                            </p:txEl>
                                          </p:spTgt>
                                        </p:tgtEl>
                                      </p:cBhvr>
                                    </p:animEffect>
                                    <p:anim calcmode="lin" valueType="num">
                                      <p:cBhvr>
                                        <p:cTn id="22" dur="500" fill="hold"/>
                                        <p:tgtEl>
                                          <p:spTgt spid="17">
                                            <p:txEl>
                                              <p:pRg st="1" end="1"/>
                                            </p:txEl>
                                          </p:spTgt>
                                        </p:tgtEl>
                                        <p:attrNameLst>
                                          <p:attrName>ppt_w</p:attrName>
                                        </p:attrNameLst>
                                      </p:cBhvr>
                                      <p:tavLst>
                                        <p:tav tm="0" fmla="#ppt_w*sin(2.5*pi*$)">
                                          <p:val>
                                            <p:fltVal val="0"/>
                                          </p:val>
                                        </p:tav>
                                        <p:tav tm="100000">
                                          <p:val>
                                            <p:fltVal val="1"/>
                                          </p:val>
                                        </p:tav>
                                      </p:tavLst>
                                    </p:anim>
                                    <p:anim calcmode="lin" valueType="num">
                                      <p:cBhvr>
                                        <p:cTn id="23"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22</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4" name="Text Box 36"/>
          <p:cNvSpPr txBox="1">
            <a:spLocks noChangeArrowheads="1"/>
          </p:cNvSpPr>
          <p:nvPr/>
        </p:nvSpPr>
        <p:spPr bwMode="auto">
          <a:xfrm>
            <a:off x="917575" y="990600"/>
            <a:ext cx="7616825" cy="620619"/>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smtClean="0">
                <a:solidFill>
                  <a:srgbClr val="C00000"/>
                </a:solidFill>
                <a:latin typeface="Times New Roman"/>
                <a:cs typeface="Times New Roman"/>
              </a:rPr>
              <a:t>Nho giáo</a:t>
            </a:r>
            <a:endParaRPr lang="en-US" sz="2600" b="1" dirty="0">
              <a:solidFill>
                <a:srgbClr val="C00000"/>
              </a:solidFill>
              <a:latin typeface="Times New Roman"/>
              <a:cs typeface="Times New Roman"/>
            </a:endParaRPr>
          </a:p>
        </p:txBody>
      </p:sp>
      <p:sp>
        <p:nvSpPr>
          <p:cNvPr id="17" name="Text Box 3"/>
          <p:cNvSpPr txBox="1">
            <a:spLocks noChangeArrowheads="1"/>
          </p:cNvSpPr>
          <p:nvPr/>
        </p:nvSpPr>
        <p:spPr bwMode="auto">
          <a:xfrm>
            <a:off x="2590800" y="1859095"/>
            <a:ext cx="6553200" cy="4413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lnSpc>
                <a:spcPct val="130000"/>
              </a:lnSpc>
            </a:pPr>
            <a:r>
              <a:rPr lang="en-US" i="1" smtClean="0">
                <a:solidFill>
                  <a:srgbClr val="000086"/>
                </a:solidFill>
                <a:latin typeface="Times New Roman" pitchFamily="18" charset="0"/>
              </a:rPr>
              <a:t>- Nho </a:t>
            </a:r>
            <a:r>
              <a:rPr lang="en-US" i="1">
                <a:solidFill>
                  <a:srgbClr val="000086"/>
                </a:solidFill>
                <a:latin typeface="Times New Roman" pitchFamily="18" charset="0"/>
              </a:rPr>
              <a:t>gia nói chung, Khổng tử nói riêng không phải là tôn giáo mà là một khoa học về đạo đức và phép ứng xử</a:t>
            </a:r>
            <a:r>
              <a:rPr lang="en-US" i="1" smtClean="0">
                <a:solidFill>
                  <a:srgbClr val="000086"/>
                </a:solidFill>
                <a:latin typeface="Times New Roman" pitchFamily="18" charset="0"/>
              </a:rPr>
              <a:t>.</a:t>
            </a:r>
          </a:p>
          <a:p>
            <a:pPr algn="just" eaLnBrk="1" hangingPunct="1">
              <a:lnSpc>
                <a:spcPct val="130000"/>
              </a:lnSpc>
            </a:pPr>
            <a:r>
              <a:rPr lang="en-US" i="1" smtClean="0">
                <a:solidFill>
                  <a:srgbClr val="000086"/>
                </a:solidFill>
                <a:latin typeface="Times New Roman" pitchFamily="18" charset="0"/>
              </a:rPr>
              <a:t>- </a:t>
            </a:r>
            <a:r>
              <a:rPr lang="en-US" i="1">
                <a:solidFill>
                  <a:srgbClr val="000086"/>
                </a:solidFill>
                <a:latin typeface="Times New Roman" pitchFamily="18" charset="0"/>
              </a:rPr>
              <a:t>Khổng tử là một trong những người thầy vĩ đại nhất của nhân loại.</a:t>
            </a:r>
          </a:p>
          <a:p>
            <a:pPr algn="just" eaLnBrk="1" hangingPunct="1">
              <a:lnSpc>
                <a:spcPct val="130000"/>
              </a:lnSpc>
            </a:pPr>
            <a:r>
              <a:rPr lang="en-US" i="1" smtClean="0">
                <a:solidFill>
                  <a:srgbClr val="000086"/>
                </a:solidFill>
                <a:latin typeface="Times New Roman" pitchFamily="18" charset="0"/>
              </a:rPr>
              <a:t>- Đạo </a:t>
            </a:r>
            <a:r>
              <a:rPr lang="en-US" i="1">
                <a:solidFill>
                  <a:srgbClr val="000086"/>
                </a:solidFill>
                <a:latin typeface="Times New Roman" pitchFamily="18" charset="0"/>
              </a:rPr>
              <a:t>đức của ông, kiến thức của ông, học vấn của ông khiến cho mọi người phải khâm phục. </a:t>
            </a:r>
          </a:p>
          <a:p>
            <a:pPr algn="just" eaLnBrk="1" hangingPunct="1">
              <a:lnSpc>
                <a:spcPct val="130000"/>
              </a:lnSpc>
            </a:pPr>
            <a:r>
              <a:rPr lang="en-US" i="1" spc="-150" smtClean="0">
                <a:solidFill>
                  <a:srgbClr val="000086"/>
                </a:solidFill>
                <a:latin typeface="Times New Roman" pitchFamily="18" charset="0"/>
              </a:rPr>
              <a:t>- Tuy </a:t>
            </a:r>
            <a:r>
              <a:rPr lang="en-US" i="1" spc="-150">
                <a:solidFill>
                  <a:srgbClr val="000086"/>
                </a:solidFill>
                <a:latin typeface="Times New Roman" pitchFamily="18" charset="0"/>
              </a:rPr>
              <a:t>trong học thuyết của Khổng tử có nhiều điều không hay nhưng những điều đúng trong đó nên học.</a:t>
            </a:r>
            <a:r>
              <a:rPr lang="en-US" i="1">
                <a:solidFill>
                  <a:srgbClr val="000086"/>
                </a:solidFill>
                <a:latin typeface="Times New Roman" pitchFamily="18" charset="0"/>
              </a:rPr>
              <a:t>	</a:t>
            </a:r>
          </a:p>
        </p:txBody>
      </p:sp>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pic>
        <p:nvPicPr>
          <p:cNvPr id="13" name="Picture 11" descr="4188526958"/>
          <p:cNvPicPr>
            <a:picLocks noChangeAspect="1" noChangeArrowheads="1"/>
          </p:cNvPicPr>
          <p:nvPr/>
        </p:nvPicPr>
        <p:blipFill>
          <a:blip r:embed="rId3" cstate="print">
            <a:lum bright="-20000" contrast="12000"/>
            <a:extLst>
              <a:ext uri="{28A0092B-C50C-407E-A947-70E740481C1C}">
                <a14:useLocalDpi xmlns:a14="http://schemas.microsoft.com/office/drawing/2010/main" val="0"/>
              </a:ext>
            </a:extLst>
          </a:blip>
          <a:srcRect/>
          <a:stretch>
            <a:fillRect/>
          </a:stretch>
        </p:blipFill>
        <p:spPr bwMode="auto">
          <a:xfrm>
            <a:off x="18570" y="2362200"/>
            <a:ext cx="1798009"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4"/>
          <p:cNvSpPr/>
          <p:nvPr/>
        </p:nvSpPr>
        <p:spPr>
          <a:xfrm>
            <a:off x="0" y="-7620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Connector 17"/>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604003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000"/>
                                        <p:tgtEl>
                                          <p:spTgt spid="17">
                                            <p:txEl>
                                              <p:pRg st="0" end="0"/>
                                            </p:txEl>
                                          </p:spTgt>
                                        </p:tgtEl>
                                      </p:cBhvr>
                                    </p:animEffect>
                                    <p:anim calcmode="lin" valueType="num">
                                      <p:cBhvr>
                                        <p:cTn id="8"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xEl>
                                              <p:pRg st="1" end="1"/>
                                            </p:txEl>
                                          </p:spTgt>
                                        </p:tgtEl>
                                        <p:attrNameLst>
                                          <p:attrName>style.visibility</p:attrName>
                                        </p:attrNameLst>
                                      </p:cBhvr>
                                      <p:to>
                                        <p:strVal val="visible"/>
                                      </p:to>
                                    </p:set>
                                    <p:animEffect transition="in" filter="fade">
                                      <p:cBhvr>
                                        <p:cTn id="14" dur="1000"/>
                                        <p:tgtEl>
                                          <p:spTgt spid="17">
                                            <p:txEl>
                                              <p:pRg st="1" end="1"/>
                                            </p:txEl>
                                          </p:spTgt>
                                        </p:tgtEl>
                                      </p:cBhvr>
                                    </p:animEffect>
                                    <p:anim calcmode="lin" valueType="num">
                                      <p:cBhvr>
                                        <p:cTn id="15" dur="1000" fill="hold"/>
                                        <p:tgtEl>
                                          <p:spTgt spid="1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
                                            <p:txEl>
                                              <p:pRg st="2" end="2"/>
                                            </p:txEl>
                                          </p:spTgt>
                                        </p:tgtEl>
                                        <p:attrNameLst>
                                          <p:attrName>style.visibility</p:attrName>
                                        </p:attrNameLst>
                                      </p:cBhvr>
                                      <p:to>
                                        <p:strVal val="visible"/>
                                      </p:to>
                                    </p:set>
                                    <p:animEffect transition="in" filter="fade">
                                      <p:cBhvr>
                                        <p:cTn id="21" dur="1000"/>
                                        <p:tgtEl>
                                          <p:spTgt spid="17">
                                            <p:txEl>
                                              <p:pRg st="2" end="2"/>
                                            </p:txEl>
                                          </p:spTgt>
                                        </p:tgtEl>
                                      </p:cBhvr>
                                    </p:animEffect>
                                    <p:anim calcmode="lin" valueType="num">
                                      <p:cBhvr>
                                        <p:cTn id="22" dur="1000" fill="hold"/>
                                        <p:tgtEl>
                                          <p:spTgt spid="1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
                                            <p:txEl>
                                              <p:pRg st="3" end="3"/>
                                            </p:txEl>
                                          </p:spTgt>
                                        </p:tgtEl>
                                        <p:attrNameLst>
                                          <p:attrName>style.visibility</p:attrName>
                                        </p:attrNameLst>
                                      </p:cBhvr>
                                      <p:to>
                                        <p:strVal val="visible"/>
                                      </p:to>
                                    </p:set>
                                    <p:animEffect transition="in" filter="fade">
                                      <p:cBhvr>
                                        <p:cTn id="28" dur="1000"/>
                                        <p:tgtEl>
                                          <p:spTgt spid="17">
                                            <p:txEl>
                                              <p:pRg st="3" end="3"/>
                                            </p:txEl>
                                          </p:spTgt>
                                        </p:tgtEl>
                                      </p:cBhvr>
                                    </p:animEffect>
                                    <p:anim calcmode="lin" valueType="num">
                                      <p:cBhvr>
                                        <p:cTn id="29" dur="1000" fill="hold"/>
                                        <p:tgtEl>
                                          <p:spTgt spid="1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23</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2" name="Text Box 3"/>
          <p:cNvSpPr txBox="1">
            <a:spLocks noChangeArrowheads="1"/>
          </p:cNvSpPr>
          <p:nvPr/>
        </p:nvSpPr>
        <p:spPr bwMode="auto">
          <a:xfrm>
            <a:off x="2667000" y="1219200"/>
            <a:ext cx="6324600" cy="556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lnSpc>
                <a:spcPct val="150000"/>
              </a:lnSpc>
            </a:pPr>
            <a:r>
              <a:rPr lang="en-US" i="1">
                <a:solidFill>
                  <a:srgbClr val="002060"/>
                </a:solidFill>
                <a:latin typeface="Times New Roman" pitchFamily="18" charset="0"/>
              </a:rPr>
              <a:t>	"Trong sự nghiệp chống Mỹ, cứu nước, phụ nữ đảm đang ta đã góp phần xứng đáng trong chiến đấu và trong sản xuất, Đảng và Chính phủ phải có kế hoạch thiết thực để bồi dưỡng, cất nhắc và giúp đỡ để ngày càng nhiều phụ nữ phụ trách mọi công việc lãnh đạo. Bản thân phụ nữ cố gắng vươn lên. Đó là một cuộc cách mạng đưa đến quyền bình đẳng thực sự cho phụ nữ". </a:t>
            </a:r>
          </a:p>
          <a:p>
            <a:pPr algn="r" eaLnBrk="1" hangingPunct="1">
              <a:lnSpc>
                <a:spcPct val="150000"/>
              </a:lnSpc>
            </a:pPr>
            <a:r>
              <a:rPr lang="en-US" b="1">
                <a:solidFill>
                  <a:srgbClr val="002060"/>
                </a:solidFill>
                <a:latin typeface="Times New Roman" pitchFamily="18" charset="0"/>
              </a:rPr>
              <a:t>Trích Di chúc Hồ Chí Minh</a:t>
            </a:r>
          </a:p>
          <a:p>
            <a:pPr algn="just" eaLnBrk="1" hangingPunct="1">
              <a:lnSpc>
                <a:spcPct val="150000"/>
              </a:lnSpc>
            </a:pPr>
            <a:endParaRPr lang="en-US" i="1">
              <a:solidFill>
                <a:srgbClr val="002060"/>
              </a:solidFill>
              <a:latin typeface="Times New Roman" pitchFamily="18" charset="0"/>
            </a:endParaRPr>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pic>
        <p:nvPicPr>
          <p:cNvPr id="13" name="Picture 11" descr="4188526958"/>
          <p:cNvPicPr>
            <a:picLocks noChangeAspect="1" noChangeArrowheads="1"/>
          </p:cNvPicPr>
          <p:nvPr/>
        </p:nvPicPr>
        <p:blipFill>
          <a:blip r:embed="rId3" cstate="print">
            <a:lum bright="-20000" contrast="12000"/>
            <a:extLst>
              <a:ext uri="{28A0092B-C50C-407E-A947-70E740481C1C}">
                <a14:useLocalDpi xmlns:a14="http://schemas.microsoft.com/office/drawing/2010/main" val="0"/>
              </a:ext>
            </a:extLst>
          </a:blip>
          <a:srcRect/>
          <a:stretch>
            <a:fillRect/>
          </a:stretch>
        </p:blipFill>
        <p:spPr bwMode="auto">
          <a:xfrm>
            <a:off x="18570" y="2362200"/>
            <a:ext cx="1798009"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25456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24</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1" name="Text Box 3"/>
          <p:cNvSpPr txBox="1">
            <a:spLocks noChangeArrowheads="1"/>
          </p:cNvSpPr>
          <p:nvPr/>
        </p:nvSpPr>
        <p:spPr bwMode="auto">
          <a:xfrm>
            <a:off x="2895600" y="1472148"/>
            <a:ext cx="54864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ctr" eaLnBrk="1" hangingPunct="1">
              <a:lnSpc>
                <a:spcPct val="200000"/>
              </a:lnSpc>
            </a:pPr>
            <a:r>
              <a:rPr lang="en-US" i="1" smtClean="0">
                <a:solidFill>
                  <a:srgbClr val="002060"/>
                </a:solidFill>
                <a:latin typeface="Times New Roman" pitchFamily="18" charset="0"/>
              </a:rPr>
              <a:t>Thụy </a:t>
            </a:r>
            <a:r>
              <a:rPr lang="en-US" i="1">
                <a:solidFill>
                  <a:srgbClr val="002060"/>
                </a:solidFill>
                <a:latin typeface="Times New Roman" pitchFamily="18" charset="0"/>
              </a:rPr>
              <a:t>thì đô tượng thuần lương hán,</a:t>
            </a:r>
          </a:p>
          <a:p>
            <a:pPr algn="ctr" eaLnBrk="1" hangingPunct="1">
              <a:lnSpc>
                <a:spcPct val="200000"/>
              </a:lnSpc>
            </a:pPr>
            <a:r>
              <a:rPr lang="en-US" i="1" smtClean="0">
                <a:solidFill>
                  <a:srgbClr val="002060"/>
                </a:solidFill>
                <a:latin typeface="Times New Roman" pitchFamily="18" charset="0"/>
              </a:rPr>
              <a:t>Tỉnh </a:t>
            </a:r>
            <a:r>
              <a:rPr lang="en-US" i="1">
                <a:solidFill>
                  <a:srgbClr val="002060"/>
                </a:solidFill>
                <a:latin typeface="Times New Roman" pitchFamily="18" charset="0"/>
              </a:rPr>
              <a:t>hậu tài phân thiện, ác nhân;</a:t>
            </a:r>
          </a:p>
          <a:p>
            <a:pPr algn="ctr" eaLnBrk="1" hangingPunct="1">
              <a:lnSpc>
                <a:spcPct val="200000"/>
              </a:lnSpc>
            </a:pPr>
            <a:r>
              <a:rPr lang="en-US" i="1" smtClean="0">
                <a:solidFill>
                  <a:srgbClr val="002060"/>
                </a:solidFill>
                <a:latin typeface="Times New Roman" pitchFamily="18" charset="0"/>
              </a:rPr>
              <a:t>Thiện</a:t>
            </a:r>
            <a:r>
              <a:rPr lang="en-US" i="1">
                <a:solidFill>
                  <a:srgbClr val="002060"/>
                </a:solidFill>
                <a:latin typeface="Times New Roman" pitchFamily="18" charset="0"/>
              </a:rPr>
              <a:t>, ác nguyên lai vô định tính, </a:t>
            </a:r>
          </a:p>
          <a:p>
            <a:pPr algn="ctr" eaLnBrk="1" hangingPunct="1">
              <a:lnSpc>
                <a:spcPct val="200000"/>
              </a:lnSpc>
            </a:pPr>
            <a:r>
              <a:rPr lang="en-US" i="1" smtClean="0">
                <a:solidFill>
                  <a:srgbClr val="002060"/>
                </a:solidFill>
                <a:latin typeface="Times New Roman" pitchFamily="18" charset="0"/>
              </a:rPr>
              <a:t>Đa </a:t>
            </a:r>
            <a:r>
              <a:rPr lang="en-US" i="1">
                <a:solidFill>
                  <a:srgbClr val="002060"/>
                </a:solidFill>
                <a:latin typeface="Times New Roman" pitchFamily="18" charset="0"/>
              </a:rPr>
              <a:t>do giáo dục đích nguyên nhân</a:t>
            </a:r>
          </a:p>
          <a:p>
            <a:pPr algn="ctr" eaLnBrk="1" hangingPunct="1">
              <a:lnSpc>
                <a:spcPct val="200000"/>
              </a:lnSpc>
            </a:pPr>
            <a:r>
              <a:rPr lang="en-US" i="1">
                <a:solidFill>
                  <a:srgbClr val="002060"/>
                </a:solidFill>
                <a:latin typeface="Times New Roman" pitchFamily="18" charset="0"/>
              </a:rPr>
              <a:t>                    </a:t>
            </a:r>
            <a:r>
              <a:rPr lang="en-US" i="1" smtClean="0">
                <a:solidFill>
                  <a:srgbClr val="002060"/>
                </a:solidFill>
                <a:latin typeface="Times New Roman" pitchFamily="18" charset="0"/>
              </a:rPr>
              <a:t> (</a:t>
            </a:r>
            <a:r>
              <a:rPr lang="en-US" i="1">
                <a:solidFill>
                  <a:srgbClr val="002060"/>
                </a:solidFill>
                <a:latin typeface="Times New Roman" pitchFamily="18" charset="0"/>
              </a:rPr>
              <a:t>Dạ bán - Nhật ký trong tù)</a:t>
            </a:r>
          </a:p>
        </p:txBody>
      </p:sp>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pic>
        <p:nvPicPr>
          <p:cNvPr id="13" name="Picture 11" descr="4188526958"/>
          <p:cNvPicPr>
            <a:picLocks noChangeAspect="1" noChangeArrowheads="1"/>
          </p:cNvPicPr>
          <p:nvPr/>
        </p:nvPicPr>
        <p:blipFill>
          <a:blip r:embed="rId3" cstate="print">
            <a:lum bright="-20000" contrast="12000"/>
            <a:extLst>
              <a:ext uri="{28A0092B-C50C-407E-A947-70E740481C1C}">
                <a14:useLocalDpi xmlns:a14="http://schemas.microsoft.com/office/drawing/2010/main" val="0"/>
              </a:ext>
            </a:extLst>
          </a:blip>
          <a:srcRect/>
          <a:stretch>
            <a:fillRect/>
          </a:stretch>
        </p:blipFill>
        <p:spPr bwMode="auto">
          <a:xfrm>
            <a:off x="18570" y="2362200"/>
            <a:ext cx="1798009"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0" y="0"/>
            <a:ext cx="9144000"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5078328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25</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2" name="Text Box 6"/>
          <p:cNvSpPr txBox="1">
            <a:spLocks noChangeArrowheads="1"/>
          </p:cNvSpPr>
          <p:nvPr/>
        </p:nvSpPr>
        <p:spPr bwMode="auto">
          <a:xfrm>
            <a:off x="3048000" y="1843548"/>
            <a:ext cx="54483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lnSpc>
                <a:spcPct val="180000"/>
              </a:lnSpc>
            </a:pPr>
            <a:r>
              <a:rPr lang="en-US" i="1">
                <a:solidFill>
                  <a:srgbClr val="002060"/>
                </a:solidFill>
                <a:latin typeface="VNI-Times" pitchFamily="2" charset="0"/>
              </a:rPr>
              <a:t>“Ñaïo ñöùc cuõ nhö ngöôøi ñaàu ngöôïc xuoáng ñaát chaân choång leân treân. Ñaïo ñöùc môùi nhö ngöôøi hai chaân ñöùng vöõng ñöôïc döôùi ñaát, ñaàu ngaång leân trôøi”</a:t>
            </a:r>
          </a:p>
          <a:p>
            <a:pPr algn="r" eaLnBrk="1" hangingPunct="1">
              <a:lnSpc>
                <a:spcPct val="180000"/>
              </a:lnSpc>
            </a:pPr>
            <a:r>
              <a:rPr lang="en-US" b="1">
                <a:solidFill>
                  <a:srgbClr val="002060"/>
                </a:solidFill>
                <a:latin typeface="VNI-Times" pitchFamily="2" charset="0"/>
              </a:rPr>
              <a:t>Hồ Chí Minh</a:t>
            </a:r>
            <a:r>
              <a:rPr lang="en-US" b="1">
                <a:solidFill>
                  <a:srgbClr val="002060"/>
                </a:solidFill>
                <a:latin typeface="Times New Roman" pitchFamily="18" charset="0"/>
              </a:rPr>
              <a:t> </a:t>
            </a:r>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pic>
        <p:nvPicPr>
          <p:cNvPr id="13" name="Picture 11" descr="4188526958"/>
          <p:cNvPicPr>
            <a:picLocks noChangeAspect="1" noChangeArrowheads="1"/>
          </p:cNvPicPr>
          <p:nvPr/>
        </p:nvPicPr>
        <p:blipFill>
          <a:blip r:embed="rId3" cstate="print">
            <a:lum bright="-20000" contrast="12000"/>
            <a:extLst>
              <a:ext uri="{28A0092B-C50C-407E-A947-70E740481C1C}">
                <a14:useLocalDpi xmlns:a14="http://schemas.microsoft.com/office/drawing/2010/main" val="0"/>
              </a:ext>
            </a:extLst>
          </a:blip>
          <a:srcRect/>
          <a:stretch>
            <a:fillRect/>
          </a:stretch>
        </p:blipFill>
        <p:spPr bwMode="auto">
          <a:xfrm>
            <a:off x="18570" y="2362200"/>
            <a:ext cx="1798009"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0" y="0"/>
            <a:ext cx="9144000"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02485948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26</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4" name="Text Box 36"/>
          <p:cNvSpPr txBox="1">
            <a:spLocks noChangeArrowheads="1"/>
          </p:cNvSpPr>
          <p:nvPr/>
        </p:nvSpPr>
        <p:spPr bwMode="auto">
          <a:xfrm>
            <a:off x="917575" y="1060103"/>
            <a:ext cx="7616825"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smtClean="0">
                <a:solidFill>
                  <a:srgbClr val="C00000"/>
                </a:solidFill>
                <a:latin typeface="Times New Roman"/>
                <a:cs typeface="Times New Roman"/>
              </a:rPr>
              <a:t>Phật giáo</a:t>
            </a:r>
            <a:endParaRPr lang="en-US" sz="2600" b="1" dirty="0">
              <a:solidFill>
                <a:srgbClr val="C00000"/>
              </a:solidFill>
              <a:latin typeface="Times New Roman"/>
              <a:cs typeface="Times New Roman"/>
            </a:endParaRPr>
          </a:p>
        </p:txBody>
      </p:sp>
      <p:pic>
        <p:nvPicPr>
          <p:cNvPr id="12" name="Picture 5" descr="DSCN0665 (512 x 38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905000"/>
            <a:ext cx="6096000" cy="3413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6"/>
          <p:cNvSpPr>
            <a:spLocks noChangeArrowheads="1"/>
          </p:cNvSpPr>
          <p:nvPr/>
        </p:nvSpPr>
        <p:spPr bwMode="auto">
          <a:xfrm>
            <a:off x="685800" y="5558135"/>
            <a:ext cx="9144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sz="2400" b="1">
                <a:solidFill>
                  <a:srgbClr val="002060"/>
                </a:solidFill>
                <a:latin typeface="Times New Roman" pitchFamily="18" charset="0"/>
              </a:rPr>
              <a:t>Bác Hồ cùng Chư Tôn, thiền Đức Phật giáo cứu Quốc (1947) </a:t>
            </a:r>
          </a:p>
        </p:txBody>
      </p:sp>
      <p:sp>
        <p:nvSpPr>
          <p:cNvPr id="15"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6" name="Rectangle 15"/>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Connector 17"/>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1094822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27</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14" name="Text Box 36"/>
          <p:cNvSpPr txBox="1">
            <a:spLocks noChangeArrowheads="1"/>
          </p:cNvSpPr>
          <p:nvPr/>
        </p:nvSpPr>
        <p:spPr bwMode="auto">
          <a:xfrm>
            <a:off x="917575" y="990600"/>
            <a:ext cx="7616825"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smtClean="0">
                <a:solidFill>
                  <a:srgbClr val="C00000"/>
                </a:solidFill>
                <a:latin typeface="Times New Roman"/>
                <a:cs typeface="Times New Roman"/>
              </a:rPr>
              <a:t>Phật giáo</a:t>
            </a:r>
            <a:endParaRPr lang="en-US" sz="2600" b="1" dirty="0">
              <a:solidFill>
                <a:srgbClr val="C00000"/>
              </a:solidFill>
              <a:latin typeface="Times New Roman"/>
              <a:cs typeface="Times New Roman"/>
            </a:endParaRPr>
          </a:p>
        </p:txBody>
      </p:sp>
      <p:pic>
        <p:nvPicPr>
          <p:cNvPr id="15" name="Picture 6" descr="vuala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013155"/>
            <a:ext cx="78740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1" name="Rectangle 10"/>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40447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28</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2050" name="Picture 2" descr="http://thegioicamxuc.vn/resources/upload/images/1385969293-thang-12-thu-vi-anh-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2" y="2438400"/>
            <a:ext cx="2438400" cy="18288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6"/>
          <p:cNvSpPr txBox="1">
            <a:spLocks noChangeArrowheads="1"/>
          </p:cNvSpPr>
          <p:nvPr/>
        </p:nvSpPr>
        <p:spPr bwMode="auto">
          <a:xfrm>
            <a:off x="2514600" y="1061621"/>
            <a:ext cx="64770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r>
              <a:rPr lang="en-US" i="1">
                <a:solidFill>
                  <a:srgbClr val="000099"/>
                </a:solidFill>
                <a:latin typeface="Times New Roman" pitchFamily="18" charset="0"/>
              </a:rPr>
              <a:t> “Chúng tôi kính cẩn và nhiệt liệt hoan nghênh Ngài. Chủ tịch đã hy sinh suốt đời cho nhân dân và Tổ quốc Ngài. Chủ tịch đã từ bỏ những hào nhoáng lộng lẫy… Cũng như hoàng đế Asôka, một Phật tử đầy lòng hy sinh, Chủ tịch đã nêu cao trước thế giới một lý tưởng mà chỉ có thể thực hiện bởi một người đầy lòng tin tưởng.</a:t>
            </a:r>
          </a:p>
          <a:p>
            <a:pPr algn="just" eaLnBrk="1" hangingPunct="1"/>
            <a:r>
              <a:rPr lang="en-US" i="1">
                <a:solidFill>
                  <a:srgbClr val="000099"/>
                </a:solidFill>
                <a:latin typeface="Times New Roman" pitchFamily="18" charset="0"/>
              </a:rPr>
              <a:t>       … Chủ tịch thật là một người kiêm cả công, nông, trí thức cách mạng với một lòng đầy từ bi là đạo đức, quý nhất của những tín đồ Phật giáo. Các Phật tử Ấn Độ chúng tôi rất lấy làm tự hào mà xem Ngài là một người con của một nước đã có quan hệ mật thiết về văn hóa và tín ngưỡng hơn hai nghìn năm nay với Ấn Độ chúng tôi”.</a:t>
            </a:r>
            <a:endParaRPr lang="en-US" b="1">
              <a:solidFill>
                <a:srgbClr val="002060"/>
              </a:solidFill>
              <a:latin typeface="Times New Roman" pitchFamily="18" charset="0"/>
            </a:endParaRPr>
          </a:p>
        </p:txBody>
      </p:sp>
      <p:sp>
        <p:nvSpPr>
          <p:cNvPr id="1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3" name="Rectangle 12"/>
          <p:cNvSpPr/>
          <p:nvPr/>
        </p:nvSpPr>
        <p:spPr>
          <a:xfrm>
            <a:off x="0" y="0"/>
            <a:ext cx="9144000" cy="10616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Connector 1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214651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iterate type="lt">
                                    <p:tmPct val="10000"/>
                                  </p:iterate>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anim calcmode="lin" valueType="num">
                                      <p:cBhvr>
                                        <p:cTn id="8" dur="500" fill="hold"/>
                                        <p:tgtEl>
                                          <p:spTgt spid="12">
                                            <p:txEl>
                                              <p:pRg st="0" end="0"/>
                                            </p:txEl>
                                          </p:spTgt>
                                        </p:tgtEl>
                                        <p:attrNameLst>
                                          <p:attrName>ppt_w</p:attrName>
                                        </p:attrNameLst>
                                      </p:cBhvr>
                                      <p:tavLst>
                                        <p:tav tm="0" fmla="#ppt_w*sin(2.5*pi*$)">
                                          <p:val>
                                            <p:fltVal val="0"/>
                                          </p:val>
                                        </p:tav>
                                        <p:tav tm="100000">
                                          <p:val>
                                            <p:fltVal val="1"/>
                                          </p:val>
                                        </p:tav>
                                      </p:tavLst>
                                    </p:anim>
                                    <p:anim calcmode="lin" valueType="num">
                                      <p:cBhvr>
                                        <p:cTn id="9" dur="500" fill="hold"/>
                                        <p:tgtEl>
                                          <p:spTgt spid="1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nodeType="clickEffect">
                                  <p:stCondLst>
                                    <p:cond delay="0"/>
                                  </p:stCondLst>
                                  <p:iterate type="lt">
                                    <p:tmPct val="10000"/>
                                  </p:iterate>
                                  <p:childTnLst>
                                    <p:set>
                                      <p:cBhvr>
                                        <p:cTn id="13" dur="1" fill="hold">
                                          <p:stCondLst>
                                            <p:cond delay="0"/>
                                          </p:stCondLst>
                                        </p:cTn>
                                        <p:tgtEl>
                                          <p:spTgt spid="12">
                                            <p:txEl>
                                              <p:pRg st="1" end="1"/>
                                            </p:txEl>
                                          </p:spTgt>
                                        </p:tgtEl>
                                        <p:attrNameLst>
                                          <p:attrName>style.visibility</p:attrName>
                                        </p:attrNameLst>
                                      </p:cBhvr>
                                      <p:to>
                                        <p:strVal val="visible"/>
                                      </p:to>
                                    </p:set>
                                    <p:animEffect transition="in" filter="fade">
                                      <p:cBhvr>
                                        <p:cTn id="14" dur="500"/>
                                        <p:tgtEl>
                                          <p:spTgt spid="12">
                                            <p:txEl>
                                              <p:pRg st="1" end="1"/>
                                            </p:txEl>
                                          </p:spTgt>
                                        </p:tgtEl>
                                      </p:cBhvr>
                                    </p:animEffect>
                                    <p:anim calcmode="lin" valueType="num">
                                      <p:cBhvr>
                                        <p:cTn id="15" dur="500" fill="hold"/>
                                        <p:tgtEl>
                                          <p:spTgt spid="12">
                                            <p:txEl>
                                              <p:pRg st="1" end="1"/>
                                            </p:txEl>
                                          </p:spTgt>
                                        </p:tgtEl>
                                        <p:attrNameLst>
                                          <p:attrName>ppt_w</p:attrName>
                                        </p:attrNameLst>
                                      </p:cBhvr>
                                      <p:tavLst>
                                        <p:tav tm="0" fmla="#ppt_w*sin(2.5*pi*$)">
                                          <p:val>
                                            <p:fltVal val="0"/>
                                          </p:val>
                                        </p:tav>
                                        <p:tav tm="100000">
                                          <p:val>
                                            <p:fltVal val="1"/>
                                          </p:val>
                                        </p:tav>
                                      </p:tavLst>
                                    </p:anim>
                                    <p:anim calcmode="lin" valueType="num">
                                      <p:cBhvr>
                                        <p:cTn id="16" dur="500" fill="hold"/>
                                        <p:tgtEl>
                                          <p:spTgt spid="12">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178914C1-ADEA-41CA-86EF-C653B991806B}" type="datetime1">
              <a:rPr lang="en-US" smtClean="0"/>
              <a:t>9/4/2025</a:t>
            </a:fld>
            <a:endParaRPr lang="en-US"/>
          </a:p>
        </p:txBody>
      </p:sp>
      <p:sp>
        <p:nvSpPr>
          <p:cNvPr id="6" name="Footer Placeholder 5"/>
          <p:cNvSpPr>
            <a:spLocks noGrp="1"/>
          </p:cNvSpPr>
          <p:nvPr>
            <p:ph type="ftr" sz="quarter" idx="11"/>
          </p:nvPr>
        </p:nvSpPr>
        <p:spPr/>
        <p:txBody>
          <a:bodyPr/>
          <a:lstStyle/>
          <a:p>
            <a:r>
              <a:rPr lang="vi-VN" smtClean="0"/>
              <a:t>301002_Chương </a:t>
            </a:r>
            <a:r>
              <a:rPr lang="en-US" smtClean="0"/>
              <a:t>1</a:t>
            </a:r>
            <a:endParaRPr lang="en-US"/>
          </a:p>
        </p:txBody>
      </p:sp>
      <p:sp>
        <p:nvSpPr>
          <p:cNvPr id="7" name="Slide Number Placeholder 6"/>
          <p:cNvSpPr>
            <a:spLocks noGrp="1"/>
          </p:cNvSpPr>
          <p:nvPr>
            <p:ph type="sldNum" sz="quarter" idx="12"/>
          </p:nvPr>
        </p:nvSpPr>
        <p:spPr/>
        <p:txBody>
          <a:bodyPr/>
          <a:lstStyle/>
          <a:p>
            <a:fld id="{A58A153D-734D-405D-8FB4-686C2D8CE407}" type="slidenum">
              <a:rPr lang="en-US" smtClean="0"/>
              <a:pPr/>
              <a:t>29</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pic>
        <p:nvPicPr>
          <p:cNvPr id="2050" name="Picture 2" descr="http://thegioicamxuc.vn/resources/upload/images/1385969293-thang-12-thu-vi-anh-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32" y="2438400"/>
            <a:ext cx="2438400" cy="18288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 Box 3"/>
          <p:cNvSpPr txBox="1">
            <a:spLocks noChangeArrowheads="1"/>
          </p:cNvSpPr>
          <p:nvPr/>
        </p:nvSpPr>
        <p:spPr bwMode="auto">
          <a:xfrm>
            <a:off x="2743200" y="917244"/>
            <a:ext cx="6248400"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l" eaLnBrk="1" hangingPunct="1">
              <a:lnSpc>
                <a:spcPct val="150000"/>
              </a:lnSpc>
            </a:pPr>
            <a:r>
              <a:rPr lang="en-US">
                <a:solidFill>
                  <a:srgbClr val="000099"/>
                </a:solidFill>
                <a:latin typeface="Times New Roman" pitchFamily="18" charset="0"/>
              </a:rPr>
              <a:t>        - “Tôn chỉ mục đích của đạo Phật nhằm xây dựng cuộc đời thuần mỹ, chí thiện, bình đẳng, yên vui và no ấm”.</a:t>
            </a:r>
          </a:p>
          <a:p>
            <a:pPr algn="l" eaLnBrk="1" hangingPunct="1">
              <a:lnSpc>
                <a:spcPct val="150000"/>
              </a:lnSpc>
            </a:pPr>
            <a:r>
              <a:rPr lang="en-US">
                <a:solidFill>
                  <a:srgbClr val="000099"/>
                </a:solidFill>
                <a:latin typeface="Times New Roman" pitchFamily="18" charset="0"/>
              </a:rPr>
              <a:t>        - “Đức Phật là Đại từ bi cứu khổ cứu nạn. Muốn cứu chúng sinh ra khỏi khổ nạn, Người phải hy sinh tranh đấu, diệt lũ ác ma”.</a:t>
            </a:r>
          </a:p>
        </p:txBody>
      </p:sp>
      <p:sp>
        <p:nvSpPr>
          <p:cNvPr id="13" name="Text Box 7"/>
          <p:cNvSpPr txBox="1">
            <a:spLocks noChangeArrowheads="1"/>
          </p:cNvSpPr>
          <p:nvPr/>
        </p:nvSpPr>
        <p:spPr bwMode="auto">
          <a:xfrm>
            <a:off x="114300" y="4784725"/>
            <a:ext cx="9144000"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l" eaLnBrk="1" hangingPunct="1">
              <a:lnSpc>
                <a:spcPct val="150000"/>
              </a:lnSpc>
            </a:pPr>
            <a:r>
              <a:rPr lang="en-US" sz="2800" b="1" i="1">
                <a:solidFill>
                  <a:srgbClr val="000099"/>
                </a:solidFill>
                <a:latin typeface="Times New Roman" pitchFamily="18" charset="0"/>
              </a:rPr>
              <a:t>      - “…làm theo lòng từ bi của Đức Phật Thích Ca, kháng chiến để đưa giống nòi ra khỏi cái khổ ải nô lệ”.</a:t>
            </a:r>
          </a:p>
        </p:txBody>
      </p:sp>
      <p:sp>
        <p:nvSpPr>
          <p:cNvPr id="12"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4" name="Rectangle 13"/>
          <p:cNvSpPr/>
          <p:nvPr/>
        </p:nvSpPr>
        <p:spPr>
          <a:xfrm>
            <a:off x="0" y="0"/>
            <a:ext cx="9144000" cy="106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Logo Trường Đại học Bách khoa Thành phố Hồ Chí Min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69236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randombar(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randombar(horizont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randombar(horizontal)">
                                      <p:cBhvr>
                                        <p:cTn id="17"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5"/>
          <p:cNvSpPr>
            <a:spLocks noGrp="1"/>
          </p:cNvSpPr>
          <p:nvPr>
            <p:ph type="ftr" sz="quarter" idx="12"/>
          </p:nvPr>
        </p:nvSpPr>
        <p:spPr>
          <a:noFill/>
        </p:spPr>
        <p:txBody>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r>
              <a:rPr lang="en-US" sz="1200" smtClean="0">
                <a:solidFill>
                  <a:schemeClr val="bg1"/>
                </a:solidFill>
                <a:latin typeface="Arial" charset="0"/>
              </a:rPr>
              <a:t>www.themegallery.com</a:t>
            </a:r>
          </a:p>
        </p:txBody>
      </p:sp>
      <p:pic>
        <p:nvPicPr>
          <p:cNvPr id="41987" name="Picture 2" descr="thapph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7731" name="Rectangle 3"/>
          <p:cNvSpPr>
            <a:spLocks noChangeArrowheads="1"/>
          </p:cNvSpPr>
          <p:nvPr/>
        </p:nvSpPr>
        <p:spPr bwMode="auto">
          <a:xfrm>
            <a:off x="666750" y="4171950"/>
            <a:ext cx="3524250" cy="10096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7732" name="Rectangle 4"/>
          <p:cNvSpPr>
            <a:spLocks noChangeArrowheads="1"/>
          </p:cNvSpPr>
          <p:nvPr/>
        </p:nvSpPr>
        <p:spPr bwMode="auto">
          <a:xfrm>
            <a:off x="666750" y="5181600"/>
            <a:ext cx="3524250" cy="1466850"/>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7733" name="Rectangle 5"/>
          <p:cNvSpPr>
            <a:spLocks noChangeArrowheads="1"/>
          </p:cNvSpPr>
          <p:nvPr/>
        </p:nvSpPr>
        <p:spPr bwMode="auto">
          <a:xfrm>
            <a:off x="666750" y="3162300"/>
            <a:ext cx="3524250" cy="1009650"/>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7734" name="Rectangle 6"/>
          <p:cNvSpPr>
            <a:spLocks noChangeArrowheads="1"/>
          </p:cNvSpPr>
          <p:nvPr/>
        </p:nvSpPr>
        <p:spPr bwMode="auto">
          <a:xfrm>
            <a:off x="666750" y="2076450"/>
            <a:ext cx="3524250" cy="10858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92" name="AutoShape 7"/>
          <p:cNvSpPr>
            <a:spLocks noGrp="1" noChangeArrowheads="1"/>
          </p:cNvSpPr>
          <p:nvPr>
            <p:ph type="title"/>
          </p:nvPr>
        </p:nvSpPr>
        <p:spPr>
          <a:xfrm>
            <a:off x="171450" y="214313"/>
            <a:ext cx="2838450" cy="928687"/>
          </a:xfrm>
          <a:prstGeom prst="bevel">
            <a:avLst>
              <a:gd name="adj" fmla="val 12500"/>
            </a:avLst>
          </a:prstGeom>
          <a:solidFill>
            <a:srgbClr val="99FFCC"/>
          </a:solidFill>
          <a:extLst>
            <a:ext uri="{91240B29-F687-4F45-9708-019B960494DF}">
              <a14:hiddenLine xmlns:a14="http://schemas.microsoft.com/office/drawing/2010/main" w="9525">
                <a:solidFill>
                  <a:schemeClr val="tx1"/>
                </a:solidFill>
                <a:miter lim="800000"/>
                <a:headEnd type="none" w="med" len="med"/>
                <a:tailEnd type="none" w="med" len="med"/>
              </a14:hiddenLine>
            </a:ext>
          </a:extLst>
        </p:spPr>
        <p:txBody>
          <a:bodyPr>
            <a:normAutofit/>
          </a:bodyPr>
          <a:lstStyle/>
          <a:p>
            <a:pPr algn="ctr" eaLnBrk="1" hangingPunct="1"/>
            <a:r>
              <a:rPr lang="en-US" sz="3200" dirty="0" err="1" smtClean="0">
                <a:solidFill>
                  <a:schemeClr val="tx2"/>
                </a:solidFill>
                <a:latin typeface="VNI-Times" pitchFamily="2" charset="0"/>
              </a:rPr>
              <a:t>Phöông</a:t>
            </a:r>
            <a:r>
              <a:rPr lang="en-US" sz="3200" dirty="0" smtClean="0">
                <a:solidFill>
                  <a:schemeClr val="tx2"/>
                </a:solidFill>
                <a:latin typeface="VNI-Times" pitchFamily="2" charset="0"/>
              </a:rPr>
              <a:t> </a:t>
            </a:r>
            <a:r>
              <a:rPr lang="en-US" sz="3200" dirty="0" err="1" smtClean="0">
                <a:solidFill>
                  <a:schemeClr val="tx2"/>
                </a:solidFill>
                <a:latin typeface="VNI-Times" pitchFamily="2" charset="0"/>
              </a:rPr>
              <a:t>Taây</a:t>
            </a:r>
            <a:endParaRPr lang="en-US" sz="3200" dirty="0" smtClean="0">
              <a:solidFill>
                <a:schemeClr val="tx2"/>
              </a:solidFill>
              <a:latin typeface="VNI-Times" pitchFamily="2" charset="0"/>
            </a:endParaRPr>
          </a:p>
        </p:txBody>
      </p:sp>
      <p:sp>
        <p:nvSpPr>
          <p:cNvPr id="457736" name="Text Box 8"/>
          <p:cNvSpPr txBox="1">
            <a:spLocks noChangeArrowheads="1"/>
          </p:cNvSpPr>
          <p:nvPr/>
        </p:nvSpPr>
        <p:spPr bwMode="auto">
          <a:xfrm>
            <a:off x="876300" y="2076450"/>
            <a:ext cx="377190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r>
              <a:rPr lang="en-US" sz="2500">
                <a:solidFill>
                  <a:schemeClr val="tx2"/>
                </a:solidFill>
                <a:latin typeface="Times New Roman" pitchFamily="18" charset="0"/>
              </a:rPr>
              <a:t>Tri thức khoa học kỹ thuật, văn hóa nghệ thuật</a:t>
            </a:r>
          </a:p>
        </p:txBody>
      </p:sp>
      <p:sp>
        <p:nvSpPr>
          <p:cNvPr id="457737" name="Text Box 9"/>
          <p:cNvSpPr txBox="1">
            <a:spLocks noChangeArrowheads="1"/>
          </p:cNvSpPr>
          <p:nvPr/>
        </p:nvSpPr>
        <p:spPr bwMode="auto">
          <a:xfrm>
            <a:off x="647700" y="3181350"/>
            <a:ext cx="415290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r>
              <a:rPr lang="en-US" sz="2500">
                <a:solidFill>
                  <a:schemeClr val="tx2"/>
                </a:solidFill>
                <a:latin typeface="Times New Roman" pitchFamily="18" charset="0"/>
              </a:rPr>
              <a:t>Tư tưởng tiến bộ</a:t>
            </a:r>
          </a:p>
          <a:p>
            <a:pPr eaLnBrk="1" hangingPunct="1"/>
            <a:r>
              <a:rPr lang="en-US" sz="2500">
                <a:solidFill>
                  <a:schemeClr val="tx2"/>
                </a:solidFill>
                <a:latin typeface="Times New Roman" pitchFamily="18" charset="0"/>
              </a:rPr>
              <a:t> của các nhà khai sáng</a:t>
            </a:r>
          </a:p>
        </p:txBody>
      </p:sp>
      <p:sp>
        <p:nvSpPr>
          <p:cNvPr id="457738" name="Text Box 10"/>
          <p:cNvSpPr txBox="1">
            <a:spLocks noChangeArrowheads="1"/>
          </p:cNvSpPr>
          <p:nvPr/>
        </p:nvSpPr>
        <p:spPr bwMode="auto">
          <a:xfrm>
            <a:off x="628650" y="4191000"/>
            <a:ext cx="411480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r>
              <a:rPr lang="en-US" sz="2500">
                <a:solidFill>
                  <a:schemeClr val="tx2"/>
                </a:solidFill>
                <a:latin typeface="Times New Roman" pitchFamily="18" charset="0"/>
              </a:rPr>
              <a:t>Trải nghiệm </a:t>
            </a:r>
          </a:p>
          <a:p>
            <a:pPr eaLnBrk="1" hangingPunct="1"/>
            <a:r>
              <a:rPr lang="en-US" sz="2500">
                <a:solidFill>
                  <a:schemeClr val="tx2"/>
                </a:solidFill>
                <a:latin typeface="Times New Roman" pitchFamily="18" charset="0"/>
              </a:rPr>
              <a:t>thực trạng xã hội</a:t>
            </a:r>
            <a:endParaRPr lang="en-US" sz="2500">
              <a:solidFill>
                <a:srgbClr val="D60093"/>
              </a:solidFill>
              <a:latin typeface="Times New Roman" pitchFamily="18" charset="0"/>
            </a:endParaRPr>
          </a:p>
        </p:txBody>
      </p:sp>
      <p:sp>
        <p:nvSpPr>
          <p:cNvPr id="457739" name="Text Box 11"/>
          <p:cNvSpPr txBox="1">
            <a:spLocks noChangeArrowheads="1"/>
          </p:cNvSpPr>
          <p:nvPr/>
        </p:nvSpPr>
        <p:spPr bwMode="auto">
          <a:xfrm>
            <a:off x="876300" y="5143500"/>
            <a:ext cx="3867150"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r>
              <a:rPr lang="en-US" sz="2500">
                <a:solidFill>
                  <a:srgbClr val="D60093"/>
                </a:solidFill>
                <a:latin typeface="Times New Roman" pitchFamily="18" charset="0"/>
              </a:rPr>
              <a:t>Phong cách ứng xử,                     bản lĩnh hùng biện,                      năng lực tuyên truyền…</a:t>
            </a:r>
          </a:p>
        </p:txBody>
      </p:sp>
      <p:pic>
        <p:nvPicPr>
          <p:cNvPr id="457740" name="Picture 12" descr="Bac-H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2076450"/>
            <a:ext cx="4953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7741" name="Line 13"/>
          <p:cNvSpPr>
            <a:spLocks noChangeShapeType="1"/>
          </p:cNvSpPr>
          <p:nvPr/>
        </p:nvSpPr>
        <p:spPr bwMode="auto">
          <a:xfrm>
            <a:off x="190500" y="1143000"/>
            <a:ext cx="0" cy="4800600"/>
          </a:xfrm>
          <a:prstGeom prst="line">
            <a:avLst/>
          </a:prstGeom>
          <a:noFill/>
          <a:ln w="57150">
            <a:solidFill>
              <a:srgbClr val="CC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7742" name="Line 14"/>
          <p:cNvSpPr>
            <a:spLocks noChangeShapeType="1"/>
          </p:cNvSpPr>
          <p:nvPr/>
        </p:nvSpPr>
        <p:spPr bwMode="auto">
          <a:xfrm>
            <a:off x="171450" y="5943600"/>
            <a:ext cx="457200" cy="0"/>
          </a:xfrm>
          <a:prstGeom prst="line">
            <a:avLst/>
          </a:prstGeom>
          <a:noFill/>
          <a:ln w="57150">
            <a:solidFill>
              <a:srgbClr val="CC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7743" name="Line 15"/>
          <p:cNvSpPr>
            <a:spLocks noChangeShapeType="1"/>
          </p:cNvSpPr>
          <p:nvPr/>
        </p:nvSpPr>
        <p:spPr bwMode="auto">
          <a:xfrm>
            <a:off x="209550" y="4572000"/>
            <a:ext cx="457200" cy="0"/>
          </a:xfrm>
          <a:prstGeom prst="line">
            <a:avLst/>
          </a:prstGeom>
          <a:noFill/>
          <a:ln w="57150">
            <a:solidFill>
              <a:srgbClr val="CC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7744" name="Line 16"/>
          <p:cNvSpPr>
            <a:spLocks noChangeShapeType="1"/>
          </p:cNvSpPr>
          <p:nvPr/>
        </p:nvSpPr>
        <p:spPr bwMode="auto">
          <a:xfrm>
            <a:off x="209550" y="3657600"/>
            <a:ext cx="457200" cy="0"/>
          </a:xfrm>
          <a:prstGeom prst="line">
            <a:avLst/>
          </a:prstGeom>
          <a:noFill/>
          <a:ln w="57150">
            <a:solidFill>
              <a:srgbClr val="CC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7745" name="Line 17"/>
          <p:cNvSpPr>
            <a:spLocks noChangeShapeType="1"/>
          </p:cNvSpPr>
          <p:nvPr/>
        </p:nvSpPr>
        <p:spPr bwMode="auto">
          <a:xfrm>
            <a:off x="209550" y="2514600"/>
            <a:ext cx="457200" cy="0"/>
          </a:xfrm>
          <a:prstGeom prst="line">
            <a:avLst/>
          </a:prstGeom>
          <a:noFill/>
          <a:ln w="57150">
            <a:solidFill>
              <a:srgbClr val="CC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5046992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7734"/>
                                        </p:tgtEl>
                                        <p:attrNameLst>
                                          <p:attrName>style.visibility</p:attrName>
                                        </p:attrNameLst>
                                      </p:cBhvr>
                                      <p:to>
                                        <p:strVal val="visible"/>
                                      </p:to>
                                    </p:set>
                                    <p:anim calcmode="lin" valueType="num">
                                      <p:cBhvr additive="base">
                                        <p:cTn id="7" dur="1000" fill="hold"/>
                                        <p:tgtEl>
                                          <p:spTgt spid="457734"/>
                                        </p:tgtEl>
                                        <p:attrNameLst>
                                          <p:attrName>ppt_x</p:attrName>
                                        </p:attrNameLst>
                                      </p:cBhvr>
                                      <p:tavLst>
                                        <p:tav tm="0">
                                          <p:val>
                                            <p:strVal val="#ppt_x"/>
                                          </p:val>
                                        </p:tav>
                                        <p:tav tm="100000">
                                          <p:val>
                                            <p:strVal val="#ppt_x"/>
                                          </p:val>
                                        </p:tav>
                                      </p:tavLst>
                                    </p:anim>
                                    <p:anim calcmode="lin" valueType="num">
                                      <p:cBhvr additive="base">
                                        <p:cTn id="8" dur="1000" fill="hold"/>
                                        <p:tgtEl>
                                          <p:spTgt spid="45773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57736"/>
                                        </p:tgtEl>
                                        <p:attrNameLst>
                                          <p:attrName>style.visibility</p:attrName>
                                        </p:attrNameLst>
                                      </p:cBhvr>
                                      <p:to>
                                        <p:strVal val="visible"/>
                                      </p:to>
                                    </p:set>
                                    <p:anim calcmode="lin" valueType="num">
                                      <p:cBhvr additive="base">
                                        <p:cTn id="11" dur="1000" fill="hold"/>
                                        <p:tgtEl>
                                          <p:spTgt spid="457736"/>
                                        </p:tgtEl>
                                        <p:attrNameLst>
                                          <p:attrName>ppt_x</p:attrName>
                                        </p:attrNameLst>
                                      </p:cBhvr>
                                      <p:tavLst>
                                        <p:tav tm="0">
                                          <p:val>
                                            <p:strVal val="#ppt_x"/>
                                          </p:val>
                                        </p:tav>
                                        <p:tav tm="100000">
                                          <p:val>
                                            <p:strVal val="#ppt_x"/>
                                          </p:val>
                                        </p:tav>
                                      </p:tavLst>
                                    </p:anim>
                                    <p:anim calcmode="lin" valueType="num">
                                      <p:cBhvr additive="base">
                                        <p:cTn id="12" dur="1000" fill="hold"/>
                                        <p:tgtEl>
                                          <p:spTgt spid="45773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57741"/>
                                        </p:tgtEl>
                                        <p:attrNameLst>
                                          <p:attrName>style.visibility</p:attrName>
                                        </p:attrNameLst>
                                      </p:cBhvr>
                                      <p:to>
                                        <p:strVal val="visible"/>
                                      </p:to>
                                    </p:set>
                                    <p:anim calcmode="lin" valueType="num">
                                      <p:cBhvr additive="base">
                                        <p:cTn id="15" dur="1000" fill="hold"/>
                                        <p:tgtEl>
                                          <p:spTgt spid="457741"/>
                                        </p:tgtEl>
                                        <p:attrNameLst>
                                          <p:attrName>ppt_x</p:attrName>
                                        </p:attrNameLst>
                                      </p:cBhvr>
                                      <p:tavLst>
                                        <p:tav tm="0">
                                          <p:val>
                                            <p:strVal val="#ppt_x"/>
                                          </p:val>
                                        </p:tav>
                                        <p:tav tm="100000">
                                          <p:val>
                                            <p:strVal val="#ppt_x"/>
                                          </p:val>
                                        </p:tav>
                                      </p:tavLst>
                                    </p:anim>
                                    <p:anim calcmode="lin" valueType="num">
                                      <p:cBhvr additive="base">
                                        <p:cTn id="16" dur="1000" fill="hold"/>
                                        <p:tgtEl>
                                          <p:spTgt spid="45774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57745"/>
                                        </p:tgtEl>
                                        <p:attrNameLst>
                                          <p:attrName>style.visibility</p:attrName>
                                        </p:attrNameLst>
                                      </p:cBhvr>
                                      <p:to>
                                        <p:strVal val="visible"/>
                                      </p:to>
                                    </p:set>
                                    <p:anim calcmode="lin" valueType="num">
                                      <p:cBhvr additive="base">
                                        <p:cTn id="19" dur="1000" fill="hold"/>
                                        <p:tgtEl>
                                          <p:spTgt spid="457745"/>
                                        </p:tgtEl>
                                        <p:attrNameLst>
                                          <p:attrName>ppt_x</p:attrName>
                                        </p:attrNameLst>
                                      </p:cBhvr>
                                      <p:tavLst>
                                        <p:tav tm="0">
                                          <p:val>
                                            <p:strVal val="#ppt_x"/>
                                          </p:val>
                                        </p:tav>
                                        <p:tav tm="100000">
                                          <p:val>
                                            <p:strVal val="#ppt_x"/>
                                          </p:val>
                                        </p:tav>
                                      </p:tavLst>
                                    </p:anim>
                                    <p:anim calcmode="lin" valueType="num">
                                      <p:cBhvr additive="base">
                                        <p:cTn id="20" dur="1000" fill="hold"/>
                                        <p:tgtEl>
                                          <p:spTgt spid="45774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57737"/>
                                        </p:tgtEl>
                                        <p:attrNameLst>
                                          <p:attrName>style.visibility</p:attrName>
                                        </p:attrNameLst>
                                      </p:cBhvr>
                                      <p:to>
                                        <p:strVal val="visible"/>
                                      </p:to>
                                    </p:set>
                                    <p:anim calcmode="lin" valueType="num">
                                      <p:cBhvr additive="base">
                                        <p:cTn id="25" dur="1000" fill="hold"/>
                                        <p:tgtEl>
                                          <p:spTgt spid="457737"/>
                                        </p:tgtEl>
                                        <p:attrNameLst>
                                          <p:attrName>ppt_x</p:attrName>
                                        </p:attrNameLst>
                                      </p:cBhvr>
                                      <p:tavLst>
                                        <p:tav tm="0">
                                          <p:val>
                                            <p:strVal val="#ppt_x"/>
                                          </p:val>
                                        </p:tav>
                                        <p:tav tm="100000">
                                          <p:val>
                                            <p:strVal val="#ppt_x"/>
                                          </p:val>
                                        </p:tav>
                                      </p:tavLst>
                                    </p:anim>
                                    <p:anim calcmode="lin" valueType="num">
                                      <p:cBhvr additive="base">
                                        <p:cTn id="26" dur="1000" fill="hold"/>
                                        <p:tgtEl>
                                          <p:spTgt spid="45773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57733"/>
                                        </p:tgtEl>
                                        <p:attrNameLst>
                                          <p:attrName>style.visibility</p:attrName>
                                        </p:attrNameLst>
                                      </p:cBhvr>
                                      <p:to>
                                        <p:strVal val="visible"/>
                                      </p:to>
                                    </p:set>
                                    <p:anim calcmode="lin" valueType="num">
                                      <p:cBhvr additive="base">
                                        <p:cTn id="29" dur="1000" fill="hold"/>
                                        <p:tgtEl>
                                          <p:spTgt spid="457733"/>
                                        </p:tgtEl>
                                        <p:attrNameLst>
                                          <p:attrName>ppt_x</p:attrName>
                                        </p:attrNameLst>
                                      </p:cBhvr>
                                      <p:tavLst>
                                        <p:tav tm="0">
                                          <p:val>
                                            <p:strVal val="#ppt_x"/>
                                          </p:val>
                                        </p:tav>
                                        <p:tav tm="100000">
                                          <p:val>
                                            <p:strVal val="#ppt_x"/>
                                          </p:val>
                                        </p:tav>
                                      </p:tavLst>
                                    </p:anim>
                                    <p:anim calcmode="lin" valueType="num">
                                      <p:cBhvr additive="base">
                                        <p:cTn id="30" dur="1000" fill="hold"/>
                                        <p:tgtEl>
                                          <p:spTgt spid="45773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57744"/>
                                        </p:tgtEl>
                                        <p:attrNameLst>
                                          <p:attrName>style.visibility</p:attrName>
                                        </p:attrNameLst>
                                      </p:cBhvr>
                                      <p:to>
                                        <p:strVal val="visible"/>
                                      </p:to>
                                    </p:set>
                                    <p:anim calcmode="lin" valueType="num">
                                      <p:cBhvr additive="base">
                                        <p:cTn id="33" dur="1000" fill="hold"/>
                                        <p:tgtEl>
                                          <p:spTgt spid="457744"/>
                                        </p:tgtEl>
                                        <p:attrNameLst>
                                          <p:attrName>ppt_x</p:attrName>
                                        </p:attrNameLst>
                                      </p:cBhvr>
                                      <p:tavLst>
                                        <p:tav tm="0">
                                          <p:val>
                                            <p:strVal val="#ppt_x"/>
                                          </p:val>
                                        </p:tav>
                                        <p:tav tm="100000">
                                          <p:val>
                                            <p:strVal val="#ppt_x"/>
                                          </p:val>
                                        </p:tav>
                                      </p:tavLst>
                                    </p:anim>
                                    <p:anim calcmode="lin" valueType="num">
                                      <p:cBhvr additive="base">
                                        <p:cTn id="34" dur="1000" fill="hold"/>
                                        <p:tgtEl>
                                          <p:spTgt spid="457744"/>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457738"/>
                                        </p:tgtEl>
                                        <p:attrNameLst>
                                          <p:attrName>style.visibility</p:attrName>
                                        </p:attrNameLst>
                                      </p:cBhvr>
                                      <p:to>
                                        <p:strVal val="visible"/>
                                      </p:to>
                                    </p:set>
                                    <p:anim calcmode="lin" valueType="num">
                                      <p:cBhvr additive="base">
                                        <p:cTn id="39" dur="1000" fill="hold"/>
                                        <p:tgtEl>
                                          <p:spTgt spid="457738"/>
                                        </p:tgtEl>
                                        <p:attrNameLst>
                                          <p:attrName>ppt_x</p:attrName>
                                        </p:attrNameLst>
                                      </p:cBhvr>
                                      <p:tavLst>
                                        <p:tav tm="0">
                                          <p:val>
                                            <p:strVal val="#ppt_x"/>
                                          </p:val>
                                        </p:tav>
                                        <p:tav tm="100000">
                                          <p:val>
                                            <p:strVal val="#ppt_x"/>
                                          </p:val>
                                        </p:tav>
                                      </p:tavLst>
                                    </p:anim>
                                    <p:anim calcmode="lin" valueType="num">
                                      <p:cBhvr additive="base">
                                        <p:cTn id="40" dur="1000" fill="hold"/>
                                        <p:tgtEl>
                                          <p:spTgt spid="45773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57731"/>
                                        </p:tgtEl>
                                        <p:attrNameLst>
                                          <p:attrName>style.visibility</p:attrName>
                                        </p:attrNameLst>
                                      </p:cBhvr>
                                      <p:to>
                                        <p:strVal val="visible"/>
                                      </p:to>
                                    </p:set>
                                    <p:anim calcmode="lin" valueType="num">
                                      <p:cBhvr additive="base">
                                        <p:cTn id="43" dur="1000" fill="hold"/>
                                        <p:tgtEl>
                                          <p:spTgt spid="457731"/>
                                        </p:tgtEl>
                                        <p:attrNameLst>
                                          <p:attrName>ppt_x</p:attrName>
                                        </p:attrNameLst>
                                      </p:cBhvr>
                                      <p:tavLst>
                                        <p:tav tm="0">
                                          <p:val>
                                            <p:strVal val="#ppt_x"/>
                                          </p:val>
                                        </p:tav>
                                        <p:tav tm="100000">
                                          <p:val>
                                            <p:strVal val="#ppt_x"/>
                                          </p:val>
                                        </p:tav>
                                      </p:tavLst>
                                    </p:anim>
                                    <p:anim calcmode="lin" valueType="num">
                                      <p:cBhvr additive="base">
                                        <p:cTn id="44" dur="1000" fill="hold"/>
                                        <p:tgtEl>
                                          <p:spTgt spid="457731"/>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57743"/>
                                        </p:tgtEl>
                                        <p:attrNameLst>
                                          <p:attrName>style.visibility</p:attrName>
                                        </p:attrNameLst>
                                      </p:cBhvr>
                                      <p:to>
                                        <p:strVal val="visible"/>
                                      </p:to>
                                    </p:set>
                                    <p:anim calcmode="lin" valueType="num">
                                      <p:cBhvr additive="base">
                                        <p:cTn id="47" dur="1000" fill="hold"/>
                                        <p:tgtEl>
                                          <p:spTgt spid="457743"/>
                                        </p:tgtEl>
                                        <p:attrNameLst>
                                          <p:attrName>ppt_x</p:attrName>
                                        </p:attrNameLst>
                                      </p:cBhvr>
                                      <p:tavLst>
                                        <p:tav tm="0">
                                          <p:val>
                                            <p:strVal val="#ppt_x"/>
                                          </p:val>
                                        </p:tav>
                                        <p:tav tm="100000">
                                          <p:val>
                                            <p:strVal val="#ppt_x"/>
                                          </p:val>
                                        </p:tav>
                                      </p:tavLst>
                                    </p:anim>
                                    <p:anim calcmode="lin" valueType="num">
                                      <p:cBhvr additive="base">
                                        <p:cTn id="48" dur="1000" fill="hold"/>
                                        <p:tgtEl>
                                          <p:spTgt spid="457743"/>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57739"/>
                                        </p:tgtEl>
                                        <p:attrNameLst>
                                          <p:attrName>style.visibility</p:attrName>
                                        </p:attrNameLst>
                                      </p:cBhvr>
                                      <p:to>
                                        <p:strVal val="visible"/>
                                      </p:to>
                                    </p:set>
                                    <p:anim calcmode="lin" valueType="num">
                                      <p:cBhvr additive="base">
                                        <p:cTn id="53" dur="1000" fill="hold"/>
                                        <p:tgtEl>
                                          <p:spTgt spid="457739"/>
                                        </p:tgtEl>
                                        <p:attrNameLst>
                                          <p:attrName>ppt_x</p:attrName>
                                        </p:attrNameLst>
                                      </p:cBhvr>
                                      <p:tavLst>
                                        <p:tav tm="0">
                                          <p:val>
                                            <p:strVal val="#ppt_x"/>
                                          </p:val>
                                        </p:tav>
                                        <p:tav tm="100000">
                                          <p:val>
                                            <p:strVal val="#ppt_x"/>
                                          </p:val>
                                        </p:tav>
                                      </p:tavLst>
                                    </p:anim>
                                    <p:anim calcmode="lin" valueType="num">
                                      <p:cBhvr additive="base">
                                        <p:cTn id="54" dur="1000" fill="hold"/>
                                        <p:tgtEl>
                                          <p:spTgt spid="457739"/>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57732"/>
                                        </p:tgtEl>
                                        <p:attrNameLst>
                                          <p:attrName>style.visibility</p:attrName>
                                        </p:attrNameLst>
                                      </p:cBhvr>
                                      <p:to>
                                        <p:strVal val="visible"/>
                                      </p:to>
                                    </p:set>
                                    <p:anim calcmode="lin" valueType="num">
                                      <p:cBhvr additive="base">
                                        <p:cTn id="57" dur="1000" fill="hold"/>
                                        <p:tgtEl>
                                          <p:spTgt spid="457732"/>
                                        </p:tgtEl>
                                        <p:attrNameLst>
                                          <p:attrName>ppt_x</p:attrName>
                                        </p:attrNameLst>
                                      </p:cBhvr>
                                      <p:tavLst>
                                        <p:tav tm="0">
                                          <p:val>
                                            <p:strVal val="#ppt_x"/>
                                          </p:val>
                                        </p:tav>
                                        <p:tav tm="100000">
                                          <p:val>
                                            <p:strVal val="#ppt_x"/>
                                          </p:val>
                                        </p:tav>
                                      </p:tavLst>
                                    </p:anim>
                                    <p:anim calcmode="lin" valueType="num">
                                      <p:cBhvr additive="base">
                                        <p:cTn id="58" dur="1000" fill="hold"/>
                                        <p:tgtEl>
                                          <p:spTgt spid="457732"/>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57742"/>
                                        </p:tgtEl>
                                        <p:attrNameLst>
                                          <p:attrName>style.visibility</p:attrName>
                                        </p:attrNameLst>
                                      </p:cBhvr>
                                      <p:to>
                                        <p:strVal val="visible"/>
                                      </p:to>
                                    </p:set>
                                    <p:anim calcmode="lin" valueType="num">
                                      <p:cBhvr additive="base">
                                        <p:cTn id="61" dur="1000" fill="hold"/>
                                        <p:tgtEl>
                                          <p:spTgt spid="457742"/>
                                        </p:tgtEl>
                                        <p:attrNameLst>
                                          <p:attrName>ppt_x</p:attrName>
                                        </p:attrNameLst>
                                      </p:cBhvr>
                                      <p:tavLst>
                                        <p:tav tm="0">
                                          <p:val>
                                            <p:strVal val="#ppt_x"/>
                                          </p:val>
                                        </p:tav>
                                        <p:tav tm="100000">
                                          <p:val>
                                            <p:strVal val="#ppt_x"/>
                                          </p:val>
                                        </p:tav>
                                      </p:tavLst>
                                    </p:anim>
                                    <p:anim calcmode="lin" valueType="num">
                                      <p:cBhvr additive="base">
                                        <p:cTn id="62" dur="1000" fill="hold"/>
                                        <p:tgtEl>
                                          <p:spTgt spid="457742"/>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457740"/>
                                        </p:tgtEl>
                                        <p:attrNameLst>
                                          <p:attrName>style.visibility</p:attrName>
                                        </p:attrNameLst>
                                      </p:cBhvr>
                                      <p:to>
                                        <p:strVal val="visible"/>
                                      </p:to>
                                    </p:set>
                                    <p:anim calcmode="lin" valueType="num">
                                      <p:cBhvr additive="base">
                                        <p:cTn id="67" dur="1000" fill="hold"/>
                                        <p:tgtEl>
                                          <p:spTgt spid="457740"/>
                                        </p:tgtEl>
                                        <p:attrNameLst>
                                          <p:attrName>ppt_x</p:attrName>
                                        </p:attrNameLst>
                                      </p:cBhvr>
                                      <p:tavLst>
                                        <p:tav tm="0">
                                          <p:val>
                                            <p:strVal val="#ppt_x"/>
                                          </p:val>
                                        </p:tav>
                                        <p:tav tm="100000">
                                          <p:val>
                                            <p:strVal val="#ppt_x"/>
                                          </p:val>
                                        </p:tav>
                                      </p:tavLst>
                                    </p:anim>
                                    <p:anim calcmode="lin" valueType="num">
                                      <p:cBhvr additive="base">
                                        <p:cTn id="68" dur="1000" fill="hold"/>
                                        <p:tgtEl>
                                          <p:spTgt spid="4577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1" grpId="0" animBg="1"/>
      <p:bldP spid="457732" grpId="0" animBg="1"/>
      <p:bldP spid="457733" grpId="0" animBg="1"/>
      <p:bldP spid="457734" grpId="0" animBg="1"/>
      <p:bldP spid="457736" grpId="0"/>
      <p:bldP spid="457737" grpId="0"/>
      <p:bldP spid="457738" grpId="0"/>
      <p:bldP spid="457739" grpId="0"/>
      <p:bldP spid="457741" grpId="0" animBg="1"/>
      <p:bldP spid="457742" grpId="0" animBg="1"/>
      <p:bldP spid="457743" grpId="0" animBg="1"/>
      <p:bldP spid="457744" grpId="0" animBg="1"/>
      <p:bldP spid="45774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2"/>
          </p:nvPr>
        </p:nvSpPr>
        <p:spPr>
          <a:noFill/>
        </p:spPr>
        <p:txBody>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r>
              <a:rPr lang="en-US" sz="1200" smtClean="0">
                <a:solidFill>
                  <a:schemeClr val="bg1"/>
                </a:solidFill>
                <a:latin typeface="Arial" charset="0"/>
              </a:rPr>
              <a:t>www.themegallery.com</a:t>
            </a:r>
          </a:p>
        </p:txBody>
      </p:sp>
      <p:sp>
        <p:nvSpPr>
          <p:cNvPr id="43011" name="Rectangle 2"/>
          <p:cNvSpPr>
            <a:spLocks noChangeArrowheads="1"/>
          </p:cNvSpPr>
          <p:nvPr/>
        </p:nvSpPr>
        <p:spPr bwMode="auto">
          <a:xfrm>
            <a:off x="0" y="-76200"/>
            <a:ext cx="9144000" cy="7162800"/>
          </a:xfrm>
          <a:prstGeom prst="rect">
            <a:avLst/>
          </a:prstGeom>
          <a:solidFill>
            <a:srgbClr val="00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2" name="Rectangle 3"/>
          <p:cNvSpPr>
            <a:spLocks noChangeArrowheads="1"/>
          </p:cNvSpPr>
          <p:nvPr/>
        </p:nvSpPr>
        <p:spPr bwMode="auto">
          <a:xfrm>
            <a:off x="2667000" y="2667000"/>
            <a:ext cx="2514600" cy="1676400"/>
          </a:xfrm>
          <a:prstGeom prst="rect">
            <a:avLst/>
          </a:prstGeom>
          <a:solidFill>
            <a:srgbClr val="CC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3" name="Text Box 4"/>
          <p:cNvSpPr txBox="1">
            <a:spLocks noChangeArrowheads="1"/>
          </p:cNvSpPr>
          <p:nvPr/>
        </p:nvSpPr>
        <p:spPr bwMode="gray">
          <a:xfrm>
            <a:off x="74613" y="4397375"/>
            <a:ext cx="20335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l" eaLnBrk="1" hangingPunct="1"/>
            <a:endParaRPr lang="en-US" sz="3200">
              <a:latin typeface="Arial" charset="0"/>
            </a:endParaRPr>
          </a:p>
        </p:txBody>
      </p:sp>
      <p:pic>
        <p:nvPicPr>
          <p:cNvPr id="43014" name="Picture 11" descr="4188526958"/>
          <p:cNvPicPr>
            <a:picLocks noChangeAspect="1" noChangeArrowheads="1"/>
          </p:cNvPicPr>
          <p:nvPr/>
        </p:nvPicPr>
        <p:blipFill>
          <a:blip r:embed="rId3">
            <a:lum bright="-20000" contrast="12000"/>
            <a:extLst>
              <a:ext uri="{28A0092B-C50C-407E-A947-70E740481C1C}">
                <a14:useLocalDpi xmlns:a14="http://schemas.microsoft.com/office/drawing/2010/main" val="0"/>
              </a:ext>
            </a:extLst>
          </a:blip>
          <a:srcRect/>
          <a:stretch>
            <a:fillRect/>
          </a:stretch>
        </p:blipFill>
        <p:spPr bwMode="auto">
          <a:xfrm>
            <a:off x="0" y="2038350"/>
            <a:ext cx="2667000"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5" name="AutoShape 18"/>
          <p:cNvSpPr>
            <a:spLocks noChangeArrowheads="1"/>
          </p:cNvSpPr>
          <p:nvPr/>
        </p:nvSpPr>
        <p:spPr bwMode="auto">
          <a:xfrm>
            <a:off x="2552700" y="2724150"/>
            <a:ext cx="2705100" cy="140652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en-US" b="1">
                <a:solidFill>
                  <a:srgbClr val="000099"/>
                </a:solidFill>
                <a:latin typeface="Times New Roman" pitchFamily="18" charset="0"/>
              </a:rPr>
              <a:t>Thế giới quan, nhân sinh quan, phương pháp luận</a:t>
            </a:r>
          </a:p>
        </p:txBody>
      </p:sp>
      <p:pic>
        <p:nvPicPr>
          <p:cNvPr id="43016" name="Picture 7" descr="mac-len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0"/>
            <a:ext cx="174625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7" name="Picture 8" descr="Ngay+sinh+Ang-ghe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0"/>
            <a:ext cx="1524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8" name="Picture 9" descr="2019827-lenin_pictur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0"/>
            <a:ext cx="16002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9" name="Rectangle 10"/>
          <p:cNvSpPr>
            <a:spLocks noChangeArrowheads="1"/>
          </p:cNvSpPr>
          <p:nvPr/>
        </p:nvSpPr>
        <p:spPr bwMode="auto">
          <a:xfrm>
            <a:off x="2667000" y="4876800"/>
            <a:ext cx="2514600" cy="167640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0" name="AutoShape 18"/>
          <p:cNvSpPr>
            <a:spLocks noChangeArrowheads="1"/>
          </p:cNvSpPr>
          <p:nvPr/>
        </p:nvSpPr>
        <p:spPr bwMode="auto">
          <a:xfrm>
            <a:off x="2639347" y="5235575"/>
            <a:ext cx="2705100" cy="1225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5000"/>
              </a:lnSpc>
            </a:pPr>
            <a:r>
              <a:rPr lang="en-US" b="1">
                <a:solidFill>
                  <a:srgbClr val="000099"/>
                </a:solidFill>
                <a:latin typeface="Times New Roman" pitchFamily="18" charset="0"/>
              </a:rPr>
              <a:t>Kết quả vận dụng và phát triển sáng</a:t>
            </a:r>
          </a:p>
        </p:txBody>
      </p:sp>
      <p:sp>
        <p:nvSpPr>
          <p:cNvPr id="425998" name="Text Box 14"/>
          <p:cNvSpPr txBox="1">
            <a:spLocks noChangeArrowheads="1"/>
          </p:cNvSpPr>
          <p:nvPr/>
        </p:nvSpPr>
        <p:spPr bwMode="auto">
          <a:xfrm>
            <a:off x="6172200" y="2667000"/>
            <a:ext cx="2857500" cy="3356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ctr" eaLnBrk="1" hangingPunct="1">
              <a:lnSpc>
                <a:spcPct val="250000"/>
              </a:lnSpc>
            </a:pPr>
            <a:r>
              <a:rPr lang="en-US" sz="3000" b="1" dirty="0" err="1" smtClean="0">
                <a:solidFill>
                  <a:schemeClr val="bg1"/>
                </a:solidFill>
                <a:latin typeface="Times New Roman" pitchFamily="18" charset="0"/>
              </a:rPr>
              <a:t>Tiền</a:t>
            </a:r>
            <a:r>
              <a:rPr lang="en-US" sz="3000" b="1" dirty="0" smtClean="0">
                <a:solidFill>
                  <a:schemeClr val="bg1"/>
                </a:solidFill>
                <a:latin typeface="Times New Roman" pitchFamily="18" charset="0"/>
              </a:rPr>
              <a:t> </a:t>
            </a:r>
            <a:r>
              <a:rPr lang="en-US" sz="3000" b="1" dirty="0" err="1" smtClean="0">
                <a:solidFill>
                  <a:schemeClr val="bg1"/>
                </a:solidFill>
                <a:latin typeface="Times New Roman" pitchFamily="18" charset="0"/>
              </a:rPr>
              <a:t>đề</a:t>
            </a:r>
            <a:endParaRPr lang="en-US" sz="3000" b="1" dirty="0">
              <a:solidFill>
                <a:schemeClr val="bg1"/>
              </a:solidFill>
              <a:latin typeface="Times New Roman" pitchFamily="18" charset="0"/>
            </a:endParaRPr>
          </a:p>
          <a:p>
            <a:pPr algn="ctr" eaLnBrk="1" hangingPunct="1">
              <a:lnSpc>
                <a:spcPct val="250000"/>
              </a:lnSpc>
            </a:pPr>
            <a:r>
              <a:rPr lang="en-US" sz="3000" b="1" dirty="0" err="1">
                <a:solidFill>
                  <a:schemeClr val="bg1"/>
                </a:solidFill>
                <a:latin typeface="Times New Roman" pitchFamily="18" charset="0"/>
              </a:rPr>
              <a:t>lý</a:t>
            </a:r>
            <a:r>
              <a:rPr lang="en-US" sz="3000" b="1" dirty="0">
                <a:solidFill>
                  <a:schemeClr val="bg1"/>
                </a:solidFill>
                <a:latin typeface="Times New Roman" pitchFamily="18" charset="0"/>
              </a:rPr>
              <a:t> </a:t>
            </a:r>
            <a:r>
              <a:rPr lang="en-US" sz="3000" b="1" dirty="0" err="1">
                <a:solidFill>
                  <a:schemeClr val="bg1"/>
                </a:solidFill>
                <a:latin typeface="Times New Roman" pitchFamily="18" charset="0"/>
              </a:rPr>
              <a:t>luận</a:t>
            </a:r>
            <a:r>
              <a:rPr lang="en-US" sz="3000" b="1" dirty="0">
                <a:solidFill>
                  <a:schemeClr val="bg1"/>
                </a:solidFill>
                <a:latin typeface="Times New Roman" pitchFamily="18" charset="0"/>
              </a:rPr>
              <a:t> </a:t>
            </a:r>
          </a:p>
          <a:p>
            <a:pPr algn="ctr" eaLnBrk="1" hangingPunct="1">
              <a:lnSpc>
                <a:spcPct val="250000"/>
              </a:lnSpc>
            </a:pPr>
            <a:r>
              <a:rPr lang="en-US" sz="3000" b="1" dirty="0" err="1">
                <a:solidFill>
                  <a:schemeClr val="bg1"/>
                </a:solidFill>
                <a:latin typeface="Times New Roman" pitchFamily="18" charset="0"/>
              </a:rPr>
              <a:t>q</a:t>
            </a:r>
            <a:r>
              <a:rPr lang="en-US" sz="3000" b="1" dirty="0" err="1" smtClean="0">
                <a:solidFill>
                  <a:schemeClr val="bg1"/>
                </a:solidFill>
                <a:latin typeface="Times New Roman" pitchFamily="18" charset="0"/>
              </a:rPr>
              <a:t>uan</a:t>
            </a:r>
            <a:r>
              <a:rPr lang="en-US" sz="3000" b="1" dirty="0" smtClean="0">
                <a:solidFill>
                  <a:schemeClr val="bg1"/>
                </a:solidFill>
                <a:latin typeface="Times New Roman" pitchFamily="18" charset="0"/>
              </a:rPr>
              <a:t> </a:t>
            </a:r>
            <a:r>
              <a:rPr lang="en-US" sz="3000" b="1" dirty="0" err="1" smtClean="0">
                <a:solidFill>
                  <a:schemeClr val="bg1"/>
                </a:solidFill>
                <a:latin typeface="Times New Roman" pitchFamily="18" charset="0"/>
              </a:rPr>
              <a:t>trọng</a:t>
            </a:r>
            <a:r>
              <a:rPr lang="en-US" sz="3000" b="1" dirty="0" smtClean="0">
                <a:solidFill>
                  <a:schemeClr val="bg1"/>
                </a:solidFill>
                <a:latin typeface="Times New Roman" pitchFamily="18" charset="0"/>
              </a:rPr>
              <a:t> </a:t>
            </a:r>
            <a:r>
              <a:rPr lang="en-US" sz="3000" b="1" dirty="0" err="1">
                <a:solidFill>
                  <a:schemeClr val="bg1"/>
                </a:solidFill>
                <a:latin typeface="Times New Roman" pitchFamily="18" charset="0"/>
              </a:rPr>
              <a:t>nhất</a:t>
            </a:r>
            <a:endParaRPr lang="en-US" sz="3000" b="1" dirty="0">
              <a:solidFill>
                <a:schemeClr val="bg1"/>
              </a:solidFill>
              <a:latin typeface="Times New Roman" pitchFamily="18" charset="0"/>
            </a:endParaRPr>
          </a:p>
        </p:txBody>
      </p:sp>
      <p:sp>
        <p:nvSpPr>
          <p:cNvPr id="43024" name="AutoShape 18"/>
          <p:cNvSpPr>
            <a:spLocks noChangeArrowheads="1"/>
          </p:cNvSpPr>
          <p:nvPr/>
        </p:nvSpPr>
        <p:spPr bwMode="auto">
          <a:xfrm>
            <a:off x="20638" y="306388"/>
            <a:ext cx="4441825" cy="792162"/>
          </a:xfrm>
          <a:prstGeom prst="roundRect">
            <a:avLst>
              <a:gd name="adj" fmla="val 16667"/>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5000"/>
              </a:lnSpc>
            </a:pPr>
            <a:r>
              <a:rPr lang="en-US" sz="3000" b="1">
                <a:solidFill>
                  <a:schemeClr val="bg1"/>
                </a:solidFill>
                <a:latin typeface="Times New Roman" pitchFamily="18" charset="0"/>
              </a:rPr>
              <a:t>Chủ nghĩa Mác-Lênin</a:t>
            </a:r>
          </a:p>
        </p:txBody>
      </p:sp>
      <p:sp>
        <p:nvSpPr>
          <p:cNvPr id="426000" name="AutoShape 16"/>
          <p:cNvSpPr>
            <a:spLocks/>
          </p:cNvSpPr>
          <p:nvPr/>
        </p:nvSpPr>
        <p:spPr bwMode="auto">
          <a:xfrm>
            <a:off x="5181600" y="2019300"/>
            <a:ext cx="1371600" cy="5048250"/>
          </a:xfrm>
          <a:prstGeom prst="rightBrace">
            <a:avLst>
              <a:gd name="adj1" fmla="val 30671"/>
              <a:gd name="adj2" fmla="val 500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963972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3012"/>
                                        </p:tgtEl>
                                        <p:attrNameLst>
                                          <p:attrName>style.visibility</p:attrName>
                                        </p:attrNameLst>
                                      </p:cBhvr>
                                      <p:to>
                                        <p:strVal val="visible"/>
                                      </p:to>
                                    </p:set>
                                    <p:animEffect transition="in" filter="fade">
                                      <p:cBhvr>
                                        <p:cTn id="7" dur="1000"/>
                                        <p:tgtEl>
                                          <p:spTgt spid="43012"/>
                                        </p:tgtEl>
                                      </p:cBhvr>
                                    </p:animEffect>
                                    <p:anim calcmode="lin" valueType="num">
                                      <p:cBhvr>
                                        <p:cTn id="8" dur="1000" fill="hold"/>
                                        <p:tgtEl>
                                          <p:spTgt spid="43012"/>
                                        </p:tgtEl>
                                        <p:attrNameLst>
                                          <p:attrName>ppt_x</p:attrName>
                                        </p:attrNameLst>
                                      </p:cBhvr>
                                      <p:tavLst>
                                        <p:tav tm="0">
                                          <p:val>
                                            <p:strVal val="#ppt_x"/>
                                          </p:val>
                                        </p:tav>
                                        <p:tav tm="100000">
                                          <p:val>
                                            <p:strVal val="#ppt_x"/>
                                          </p:val>
                                        </p:tav>
                                      </p:tavLst>
                                    </p:anim>
                                    <p:anim calcmode="lin" valueType="num">
                                      <p:cBhvr>
                                        <p:cTn id="9" dur="1000" fill="hold"/>
                                        <p:tgtEl>
                                          <p:spTgt spid="430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3019"/>
                                        </p:tgtEl>
                                        <p:attrNameLst>
                                          <p:attrName>style.visibility</p:attrName>
                                        </p:attrNameLst>
                                      </p:cBhvr>
                                      <p:to>
                                        <p:strVal val="visible"/>
                                      </p:to>
                                    </p:set>
                                    <p:animEffect transition="in" filter="fade">
                                      <p:cBhvr>
                                        <p:cTn id="14" dur="1000"/>
                                        <p:tgtEl>
                                          <p:spTgt spid="43019"/>
                                        </p:tgtEl>
                                      </p:cBhvr>
                                    </p:animEffect>
                                    <p:anim calcmode="lin" valueType="num">
                                      <p:cBhvr>
                                        <p:cTn id="15" dur="1000" fill="hold"/>
                                        <p:tgtEl>
                                          <p:spTgt spid="43019"/>
                                        </p:tgtEl>
                                        <p:attrNameLst>
                                          <p:attrName>ppt_x</p:attrName>
                                        </p:attrNameLst>
                                      </p:cBhvr>
                                      <p:tavLst>
                                        <p:tav tm="0">
                                          <p:val>
                                            <p:strVal val="#ppt_x"/>
                                          </p:val>
                                        </p:tav>
                                        <p:tav tm="100000">
                                          <p:val>
                                            <p:strVal val="#ppt_x"/>
                                          </p:val>
                                        </p:tav>
                                      </p:tavLst>
                                    </p:anim>
                                    <p:anim calcmode="lin" valueType="num">
                                      <p:cBhvr>
                                        <p:cTn id="16" dur="1000" fill="hold"/>
                                        <p:tgtEl>
                                          <p:spTgt spid="43019"/>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3020"/>
                                        </p:tgtEl>
                                        <p:attrNameLst>
                                          <p:attrName>style.visibility</p:attrName>
                                        </p:attrNameLst>
                                      </p:cBhvr>
                                      <p:to>
                                        <p:strVal val="visible"/>
                                      </p:to>
                                    </p:set>
                                    <p:animEffect transition="in" filter="fade">
                                      <p:cBhvr>
                                        <p:cTn id="19" dur="1000"/>
                                        <p:tgtEl>
                                          <p:spTgt spid="43020"/>
                                        </p:tgtEl>
                                      </p:cBhvr>
                                    </p:animEffect>
                                    <p:anim calcmode="lin" valueType="num">
                                      <p:cBhvr>
                                        <p:cTn id="20" dur="1000" fill="hold"/>
                                        <p:tgtEl>
                                          <p:spTgt spid="43020"/>
                                        </p:tgtEl>
                                        <p:attrNameLst>
                                          <p:attrName>ppt_x</p:attrName>
                                        </p:attrNameLst>
                                      </p:cBhvr>
                                      <p:tavLst>
                                        <p:tav tm="0">
                                          <p:val>
                                            <p:strVal val="#ppt_x"/>
                                          </p:val>
                                        </p:tav>
                                        <p:tav tm="100000">
                                          <p:val>
                                            <p:strVal val="#ppt_x"/>
                                          </p:val>
                                        </p:tav>
                                      </p:tavLst>
                                    </p:anim>
                                    <p:anim calcmode="lin" valueType="num">
                                      <p:cBhvr>
                                        <p:cTn id="21" dur="1000" fill="hold"/>
                                        <p:tgtEl>
                                          <p:spTgt spid="43020"/>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26000"/>
                                        </p:tgtEl>
                                        <p:attrNameLst>
                                          <p:attrName>style.visibility</p:attrName>
                                        </p:attrNameLst>
                                      </p:cBhvr>
                                      <p:to>
                                        <p:strVal val="visible"/>
                                      </p:to>
                                    </p:set>
                                    <p:animEffect transition="in" filter="fade">
                                      <p:cBhvr>
                                        <p:cTn id="26" dur="1000"/>
                                        <p:tgtEl>
                                          <p:spTgt spid="426000"/>
                                        </p:tgtEl>
                                      </p:cBhvr>
                                    </p:animEffect>
                                    <p:anim calcmode="lin" valueType="num">
                                      <p:cBhvr>
                                        <p:cTn id="27" dur="1000" fill="hold"/>
                                        <p:tgtEl>
                                          <p:spTgt spid="426000"/>
                                        </p:tgtEl>
                                        <p:attrNameLst>
                                          <p:attrName>ppt_x</p:attrName>
                                        </p:attrNameLst>
                                      </p:cBhvr>
                                      <p:tavLst>
                                        <p:tav tm="0">
                                          <p:val>
                                            <p:strVal val="#ppt_x"/>
                                          </p:val>
                                        </p:tav>
                                        <p:tav tm="100000">
                                          <p:val>
                                            <p:strVal val="#ppt_x"/>
                                          </p:val>
                                        </p:tav>
                                      </p:tavLst>
                                    </p:anim>
                                    <p:anim calcmode="lin" valueType="num">
                                      <p:cBhvr>
                                        <p:cTn id="28" dur="1000" fill="hold"/>
                                        <p:tgtEl>
                                          <p:spTgt spid="426000"/>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425998"/>
                                        </p:tgtEl>
                                        <p:attrNameLst>
                                          <p:attrName>style.visibility</p:attrName>
                                        </p:attrNameLst>
                                      </p:cBhvr>
                                      <p:to>
                                        <p:strVal val="visible"/>
                                      </p:to>
                                    </p:set>
                                    <p:animEffect transition="in" filter="fade">
                                      <p:cBhvr>
                                        <p:cTn id="31" dur="1000"/>
                                        <p:tgtEl>
                                          <p:spTgt spid="425998"/>
                                        </p:tgtEl>
                                      </p:cBhvr>
                                    </p:animEffect>
                                    <p:anim calcmode="lin" valueType="num">
                                      <p:cBhvr>
                                        <p:cTn id="32" dur="1000" fill="hold"/>
                                        <p:tgtEl>
                                          <p:spTgt spid="425998"/>
                                        </p:tgtEl>
                                        <p:attrNameLst>
                                          <p:attrName>ppt_x</p:attrName>
                                        </p:attrNameLst>
                                      </p:cBhvr>
                                      <p:tavLst>
                                        <p:tav tm="0">
                                          <p:val>
                                            <p:strVal val="#ppt_x"/>
                                          </p:val>
                                        </p:tav>
                                        <p:tav tm="100000">
                                          <p:val>
                                            <p:strVal val="#ppt_x"/>
                                          </p:val>
                                        </p:tav>
                                      </p:tavLst>
                                    </p:anim>
                                    <p:anim calcmode="lin" valueType="num">
                                      <p:cBhvr>
                                        <p:cTn id="33" dur="1000" fill="hold"/>
                                        <p:tgtEl>
                                          <p:spTgt spid="4259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animBg="1"/>
      <p:bldP spid="43019" grpId="0" animBg="1"/>
      <p:bldP spid="43020" grpId="0"/>
      <p:bldP spid="425998" grpId="0"/>
      <p:bldP spid="42600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3"/>
          <p:cNvSpPr>
            <a:spLocks noGrp="1"/>
          </p:cNvSpPr>
          <p:nvPr>
            <p:ph type="ftr" sz="quarter" idx="12"/>
          </p:nvPr>
        </p:nvSpPr>
        <p:spPr>
          <a:noFill/>
        </p:spPr>
        <p:txBody>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eaLnBrk="1" hangingPunct="1"/>
            <a:r>
              <a:rPr lang="en-US" sz="1200" smtClean="0">
                <a:solidFill>
                  <a:schemeClr val="bg1"/>
                </a:solidFill>
                <a:latin typeface="Arial" charset="0"/>
              </a:rPr>
              <a:t>www.themegallery.com</a:t>
            </a:r>
          </a:p>
        </p:txBody>
      </p:sp>
      <p:sp>
        <p:nvSpPr>
          <p:cNvPr id="44035" name="Rectangle 2"/>
          <p:cNvSpPr>
            <a:spLocks noChangeArrowheads="1"/>
          </p:cNvSpPr>
          <p:nvPr/>
        </p:nvSpPr>
        <p:spPr bwMode="auto">
          <a:xfrm>
            <a:off x="0" y="-76200"/>
            <a:ext cx="9144000" cy="7162800"/>
          </a:xfrm>
          <a:prstGeom prst="rect">
            <a:avLst/>
          </a:prstGeom>
          <a:solidFill>
            <a:srgbClr val="0000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a:latin typeface="Arial" charset="0"/>
            </a:endParaRPr>
          </a:p>
        </p:txBody>
      </p:sp>
      <p:sp>
        <p:nvSpPr>
          <p:cNvPr id="44036" name="Rectangle 3"/>
          <p:cNvSpPr>
            <a:spLocks noChangeArrowheads="1"/>
          </p:cNvSpPr>
          <p:nvPr/>
        </p:nvSpPr>
        <p:spPr bwMode="auto">
          <a:xfrm>
            <a:off x="2667000" y="2038350"/>
            <a:ext cx="2514600" cy="1162050"/>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037" name="Text Box 4"/>
          <p:cNvSpPr txBox="1">
            <a:spLocks noChangeArrowheads="1"/>
          </p:cNvSpPr>
          <p:nvPr/>
        </p:nvSpPr>
        <p:spPr bwMode="gray">
          <a:xfrm>
            <a:off x="74613" y="4397375"/>
            <a:ext cx="20335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l" eaLnBrk="1" hangingPunct="1"/>
            <a:endParaRPr lang="en-US" sz="3200">
              <a:latin typeface="Arial" charset="0"/>
            </a:endParaRPr>
          </a:p>
        </p:txBody>
      </p:sp>
      <p:pic>
        <p:nvPicPr>
          <p:cNvPr id="44038" name="Picture 11" descr="4188526958"/>
          <p:cNvPicPr>
            <a:picLocks noChangeAspect="1" noChangeArrowheads="1"/>
          </p:cNvPicPr>
          <p:nvPr/>
        </p:nvPicPr>
        <p:blipFill>
          <a:blip r:embed="rId3">
            <a:lum bright="-20000" contrast="12000"/>
            <a:extLst>
              <a:ext uri="{28A0092B-C50C-407E-A947-70E740481C1C}">
                <a14:useLocalDpi xmlns:a14="http://schemas.microsoft.com/office/drawing/2010/main" val="0"/>
              </a:ext>
            </a:extLst>
          </a:blip>
          <a:srcRect/>
          <a:stretch>
            <a:fillRect/>
          </a:stretch>
        </p:blipFill>
        <p:spPr bwMode="auto">
          <a:xfrm>
            <a:off x="0" y="2057400"/>
            <a:ext cx="2667000" cy="461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AutoShape 18"/>
          <p:cNvSpPr>
            <a:spLocks noChangeArrowheads="1"/>
          </p:cNvSpPr>
          <p:nvPr/>
        </p:nvSpPr>
        <p:spPr bwMode="auto">
          <a:xfrm>
            <a:off x="2724150" y="2095838"/>
            <a:ext cx="2705100" cy="11826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sz="2200">
                <a:solidFill>
                  <a:srgbClr val="000099"/>
                </a:solidFill>
                <a:latin typeface="Times New Roman" pitchFamily="18" charset="0"/>
              </a:rPr>
              <a:t>Trí tuệ, nhân cách, vốn chính trị,           vốn sống</a:t>
            </a:r>
          </a:p>
        </p:txBody>
      </p:sp>
      <p:pic>
        <p:nvPicPr>
          <p:cNvPr id="44040" name="Picture 7" descr="mac-len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0"/>
            <a:ext cx="174625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1" name="Picture 8" descr="Ngay+sinh+Ang-ghe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0"/>
            <a:ext cx="1524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2" name="Picture 9" descr="2019827-lenin_pictur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0"/>
            <a:ext cx="16002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3" name="AutoShape 18"/>
          <p:cNvSpPr>
            <a:spLocks noChangeArrowheads="1"/>
          </p:cNvSpPr>
          <p:nvPr/>
        </p:nvSpPr>
        <p:spPr bwMode="auto">
          <a:xfrm>
            <a:off x="20638" y="306388"/>
            <a:ext cx="4441825" cy="776287"/>
          </a:xfrm>
          <a:prstGeom prst="roundRect">
            <a:avLst>
              <a:gd name="adj" fmla="val 16667"/>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5000"/>
              </a:lnSpc>
            </a:pPr>
            <a:r>
              <a:rPr lang="en-US" sz="3000" b="1">
                <a:solidFill>
                  <a:schemeClr val="bg1"/>
                </a:solidFill>
                <a:latin typeface="Times New Roman" pitchFamily="18" charset="0"/>
              </a:rPr>
              <a:t>* Con đường tiếp nhận</a:t>
            </a:r>
          </a:p>
        </p:txBody>
      </p:sp>
      <p:sp>
        <p:nvSpPr>
          <p:cNvPr id="44044" name="Rectangle 11"/>
          <p:cNvSpPr>
            <a:spLocks noChangeArrowheads="1"/>
          </p:cNvSpPr>
          <p:nvPr/>
        </p:nvSpPr>
        <p:spPr bwMode="auto">
          <a:xfrm>
            <a:off x="2667000" y="3200400"/>
            <a:ext cx="2514600" cy="11620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7" name="AutoShape 18"/>
          <p:cNvSpPr>
            <a:spLocks noChangeArrowheads="1"/>
          </p:cNvSpPr>
          <p:nvPr/>
        </p:nvSpPr>
        <p:spPr bwMode="auto">
          <a:xfrm>
            <a:off x="2686050" y="3467438"/>
            <a:ext cx="2800350" cy="81022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sz="2200">
                <a:solidFill>
                  <a:srgbClr val="000099"/>
                </a:solidFill>
                <a:latin typeface="Times New Roman" pitchFamily="18" charset="0"/>
              </a:rPr>
              <a:t>Lập trường yêu nước, khát vọng GPDT</a:t>
            </a:r>
          </a:p>
        </p:txBody>
      </p:sp>
      <p:sp>
        <p:nvSpPr>
          <p:cNvPr id="44046" name="Rectangle 13"/>
          <p:cNvSpPr>
            <a:spLocks noChangeArrowheads="1"/>
          </p:cNvSpPr>
          <p:nvPr/>
        </p:nvSpPr>
        <p:spPr bwMode="auto">
          <a:xfrm>
            <a:off x="2667000" y="4362450"/>
            <a:ext cx="2514600" cy="1162050"/>
          </a:xfrm>
          <a:prstGeom prst="rect">
            <a:avLst/>
          </a:prstGeom>
          <a:solidFill>
            <a:srgbClr val="99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2239" name="AutoShape 18"/>
          <p:cNvSpPr>
            <a:spLocks noChangeArrowheads="1"/>
          </p:cNvSpPr>
          <p:nvPr/>
        </p:nvSpPr>
        <p:spPr bwMode="auto">
          <a:xfrm>
            <a:off x="2667000" y="4553288"/>
            <a:ext cx="2781300" cy="81022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sz="2200">
                <a:solidFill>
                  <a:srgbClr val="000099"/>
                </a:solidFill>
                <a:latin typeface="Times New Roman" pitchFamily="18" charset="0"/>
              </a:rPr>
              <a:t>Kim chỉ nam </a:t>
            </a:r>
          </a:p>
          <a:p>
            <a:pPr>
              <a:lnSpc>
                <a:spcPct val="110000"/>
              </a:lnSpc>
            </a:pPr>
            <a:r>
              <a:rPr lang="en-US" sz="2200">
                <a:solidFill>
                  <a:srgbClr val="000099"/>
                </a:solidFill>
                <a:latin typeface="Times New Roman" pitchFamily="18" charset="0"/>
              </a:rPr>
              <a:t>cứu nước, GPDT</a:t>
            </a:r>
          </a:p>
        </p:txBody>
      </p:sp>
      <p:sp>
        <p:nvSpPr>
          <p:cNvPr id="436239" name="Text Box 15"/>
          <p:cNvSpPr txBox="1">
            <a:spLocks noChangeArrowheads="1"/>
          </p:cNvSpPr>
          <p:nvPr/>
        </p:nvSpPr>
        <p:spPr bwMode="auto">
          <a:xfrm>
            <a:off x="5410200" y="1676400"/>
            <a:ext cx="3486150" cy="509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just" eaLnBrk="1" hangingPunct="1">
              <a:lnSpc>
                <a:spcPct val="140000"/>
              </a:lnSpc>
            </a:pPr>
            <a:r>
              <a:rPr lang="en-US" sz="2600">
                <a:solidFill>
                  <a:schemeClr val="bg1"/>
                </a:solidFill>
                <a:latin typeface="Times New Roman" pitchFamily="18" charset="0"/>
              </a:rPr>
              <a:t>        “Học tập chủ nghĩa Mác - Lênin là học tập cái tinh thần xử trí mọi việc…, là học tập những chân lý phổ biến của chủ nghĩa Mác - Lênin để áp dụng một cách sáng tạo vào hoàn cảnh thực tế của nước ta”.</a:t>
            </a:r>
          </a:p>
        </p:txBody>
      </p:sp>
      <p:sp>
        <p:nvSpPr>
          <p:cNvPr id="44049" name="Rectangle 16"/>
          <p:cNvSpPr>
            <a:spLocks noChangeArrowheads="1"/>
          </p:cNvSpPr>
          <p:nvPr/>
        </p:nvSpPr>
        <p:spPr bwMode="auto">
          <a:xfrm>
            <a:off x="2667000" y="5524500"/>
            <a:ext cx="2514600" cy="1162050"/>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 name="AutoShape 18"/>
          <p:cNvSpPr>
            <a:spLocks noChangeArrowheads="1"/>
          </p:cNvSpPr>
          <p:nvPr/>
        </p:nvSpPr>
        <p:spPr bwMode="auto">
          <a:xfrm>
            <a:off x="2667000" y="5962988"/>
            <a:ext cx="2800350" cy="4378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sz="2200">
                <a:solidFill>
                  <a:srgbClr val="000099"/>
                </a:solidFill>
                <a:latin typeface="Times New Roman" pitchFamily="18" charset="0"/>
              </a:rPr>
              <a:t>Đắc ý vong ngôn</a:t>
            </a:r>
          </a:p>
        </p:txBody>
      </p:sp>
    </p:spTree>
    <p:extLst>
      <p:ext uri="{BB962C8B-B14F-4D97-AF65-F5344CB8AC3E}">
        <p14:creationId xmlns:p14="http://schemas.microsoft.com/office/powerpoint/2010/main" val="457602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2231"/>
                                        </p:tgtEl>
                                        <p:attrNameLst>
                                          <p:attrName>style.visibility</p:attrName>
                                        </p:attrNameLst>
                                      </p:cBhvr>
                                      <p:to>
                                        <p:strVal val="visible"/>
                                      </p:to>
                                    </p:set>
                                    <p:animEffect transition="in" filter="fade">
                                      <p:cBhvr>
                                        <p:cTn id="7" dur="1000"/>
                                        <p:tgtEl>
                                          <p:spTgt spid="52231"/>
                                        </p:tgtEl>
                                      </p:cBhvr>
                                    </p:animEffect>
                                    <p:anim calcmode="lin" valueType="num">
                                      <p:cBhvr>
                                        <p:cTn id="8" dur="1000" fill="hold"/>
                                        <p:tgtEl>
                                          <p:spTgt spid="52231"/>
                                        </p:tgtEl>
                                        <p:attrNameLst>
                                          <p:attrName>ppt_x</p:attrName>
                                        </p:attrNameLst>
                                      </p:cBhvr>
                                      <p:tavLst>
                                        <p:tav tm="0">
                                          <p:val>
                                            <p:strVal val="#ppt_x"/>
                                          </p:val>
                                        </p:tav>
                                        <p:tav tm="100000">
                                          <p:val>
                                            <p:strVal val="#ppt_x"/>
                                          </p:val>
                                        </p:tav>
                                      </p:tavLst>
                                    </p:anim>
                                    <p:anim calcmode="lin" valueType="num">
                                      <p:cBhvr>
                                        <p:cTn id="9" dur="1000" fill="hold"/>
                                        <p:tgtEl>
                                          <p:spTgt spid="52231"/>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2237"/>
                                        </p:tgtEl>
                                        <p:attrNameLst>
                                          <p:attrName>style.visibility</p:attrName>
                                        </p:attrNameLst>
                                      </p:cBhvr>
                                      <p:to>
                                        <p:strVal val="visible"/>
                                      </p:to>
                                    </p:set>
                                    <p:animEffect transition="in" filter="fade">
                                      <p:cBhvr>
                                        <p:cTn id="14" dur="1000"/>
                                        <p:tgtEl>
                                          <p:spTgt spid="52237"/>
                                        </p:tgtEl>
                                      </p:cBhvr>
                                    </p:animEffect>
                                    <p:anim calcmode="lin" valueType="num">
                                      <p:cBhvr>
                                        <p:cTn id="15" dur="1000" fill="hold"/>
                                        <p:tgtEl>
                                          <p:spTgt spid="52237"/>
                                        </p:tgtEl>
                                        <p:attrNameLst>
                                          <p:attrName>ppt_x</p:attrName>
                                        </p:attrNameLst>
                                      </p:cBhvr>
                                      <p:tavLst>
                                        <p:tav tm="0">
                                          <p:val>
                                            <p:strVal val="#ppt_x"/>
                                          </p:val>
                                        </p:tav>
                                        <p:tav tm="100000">
                                          <p:val>
                                            <p:strVal val="#ppt_x"/>
                                          </p:val>
                                        </p:tav>
                                      </p:tavLst>
                                    </p:anim>
                                    <p:anim calcmode="lin" valueType="num">
                                      <p:cBhvr>
                                        <p:cTn id="16" dur="1000" fill="hold"/>
                                        <p:tgtEl>
                                          <p:spTgt spid="52237"/>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2239"/>
                                        </p:tgtEl>
                                        <p:attrNameLst>
                                          <p:attrName>style.visibility</p:attrName>
                                        </p:attrNameLst>
                                      </p:cBhvr>
                                      <p:to>
                                        <p:strVal val="visible"/>
                                      </p:to>
                                    </p:set>
                                    <p:anim calcmode="lin" valueType="num">
                                      <p:cBhvr additive="base">
                                        <p:cTn id="21" dur="500" fill="hold"/>
                                        <p:tgtEl>
                                          <p:spTgt spid="52239"/>
                                        </p:tgtEl>
                                        <p:attrNameLst>
                                          <p:attrName>ppt_x</p:attrName>
                                        </p:attrNameLst>
                                      </p:cBhvr>
                                      <p:tavLst>
                                        <p:tav tm="0">
                                          <p:val>
                                            <p:strVal val="#ppt_x"/>
                                          </p:val>
                                        </p:tav>
                                        <p:tav tm="100000">
                                          <p:val>
                                            <p:strVal val="#ppt_x"/>
                                          </p:val>
                                        </p:tav>
                                      </p:tavLst>
                                    </p:anim>
                                    <p:anim calcmode="lin" valueType="num">
                                      <p:cBhvr additive="base">
                                        <p:cTn id="22" dur="500" fill="hold"/>
                                        <p:tgtEl>
                                          <p:spTgt spid="52239"/>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inVertical)">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36239"/>
                                        </p:tgtEl>
                                        <p:attrNameLst>
                                          <p:attrName>style.visibility</p:attrName>
                                        </p:attrNameLst>
                                      </p:cBhvr>
                                      <p:to>
                                        <p:strVal val="visible"/>
                                      </p:to>
                                    </p:set>
                                    <p:animEffect transition="in" filter="wipe(down)">
                                      <p:cBhvr>
                                        <p:cTn id="32" dur="500"/>
                                        <p:tgtEl>
                                          <p:spTgt spid="4362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1" grpId="0"/>
      <p:bldP spid="52237" grpId="0"/>
      <p:bldP spid="52239" grpId="0"/>
      <p:bldP spid="436239" grpId="0"/>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dirty="0"/>
          </a:p>
        </p:txBody>
      </p:sp>
      <p:sp>
        <p:nvSpPr>
          <p:cNvPr id="6" name="Footer Placeholder 5"/>
          <p:cNvSpPr>
            <a:spLocks noGrp="1"/>
          </p:cNvSpPr>
          <p:nvPr>
            <p:ph type="ftr" sz="quarter" idx="11"/>
          </p:nvPr>
        </p:nvSpPr>
        <p:spPr/>
        <p:txBody>
          <a:bodyPr/>
          <a:lstStyle/>
          <a:p>
            <a:r>
              <a:rPr lang="vi-VN" smtClean="0"/>
              <a:t>301002_Chương 7</a:t>
            </a:r>
            <a:endParaRPr lang="en-US" dirty="0"/>
          </a:p>
        </p:txBody>
      </p:sp>
      <p:sp>
        <p:nvSpPr>
          <p:cNvPr id="7" name="Slide Number Placeholder 6"/>
          <p:cNvSpPr>
            <a:spLocks noGrp="1"/>
          </p:cNvSpPr>
          <p:nvPr>
            <p:ph type="sldNum" sz="quarter" idx="12"/>
          </p:nvPr>
        </p:nvSpPr>
        <p:spPr/>
        <p:txBody>
          <a:bodyPr/>
          <a:lstStyle/>
          <a:p>
            <a:fld id="{A58A153D-734D-405D-8FB4-686C2D8CE407}" type="slidenum">
              <a:rPr lang="en-US" smtClean="0"/>
              <a:pPr/>
              <a:t>33</a:t>
            </a:fld>
            <a:endParaRPr lang="en-US" dirty="0"/>
          </a:p>
        </p:txBody>
      </p:sp>
      <p:sp>
        <p:nvSpPr>
          <p:cNvPr id="10" name="Text Box 36"/>
          <p:cNvSpPr txBox="1">
            <a:spLocks noChangeArrowheads="1"/>
          </p:cNvSpPr>
          <p:nvPr/>
        </p:nvSpPr>
        <p:spPr bwMode="auto">
          <a:xfrm>
            <a:off x="-76201" y="2286000"/>
            <a:ext cx="2819401" cy="2219838"/>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b="1" dirty="0">
                <a:solidFill>
                  <a:srgbClr val="FF0000"/>
                </a:solidFill>
                <a:latin typeface="Times New Roman"/>
                <a:cs typeface="Times New Roman"/>
              </a:rPr>
              <a:t>3</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Nhân</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tố</a:t>
            </a:r>
            <a:r>
              <a:rPr lang="en-US" sz="3200" b="1" dirty="0" smtClean="0">
                <a:solidFill>
                  <a:srgbClr val="FF0000"/>
                </a:solidFill>
                <a:latin typeface="Times New Roman"/>
                <a:cs typeface="Times New Roman"/>
              </a:rPr>
              <a:t> </a:t>
            </a:r>
          </a:p>
          <a:p>
            <a:pPr algn="ctr">
              <a:lnSpc>
                <a:spcPct val="150000"/>
              </a:lnSpc>
            </a:pPr>
            <a:r>
              <a:rPr lang="en-US" sz="3200" b="1" dirty="0" err="1" smtClean="0">
                <a:solidFill>
                  <a:srgbClr val="FF0000"/>
                </a:solidFill>
                <a:latin typeface="Times New Roman"/>
                <a:cs typeface="Times New Roman"/>
              </a:rPr>
              <a:t>chủ</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quan</a:t>
            </a:r>
            <a:r>
              <a:rPr lang="en-US" sz="3200" b="1" dirty="0" smtClean="0">
                <a:solidFill>
                  <a:srgbClr val="FF0000"/>
                </a:solidFill>
                <a:latin typeface="Times New Roman"/>
                <a:cs typeface="Times New Roman"/>
              </a:rPr>
              <a:t> </a:t>
            </a:r>
          </a:p>
          <a:p>
            <a:pPr algn="ctr">
              <a:lnSpc>
                <a:spcPct val="150000"/>
              </a:lnSpc>
            </a:pPr>
            <a:r>
              <a:rPr lang="en-US" sz="3200" b="1" dirty="0" err="1" smtClean="0">
                <a:solidFill>
                  <a:srgbClr val="FF0000"/>
                </a:solidFill>
                <a:latin typeface="Times New Roman"/>
                <a:cs typeface="Times New Roman"/>
              </a:rPr>
              <a:t>Hồ</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Chí</a:t>
            </a:r>
            <a:r>
              <a:rPr lang="en-US" sz="3200" b="1" dirty="0" smtClean="0">
                <a:solidFill>
                  <a:srgbClr val="FF0000"/>
                </a:solidFill>
                <a:latin typeface="Times New Roman"/>
                <a:cs typeface="Times New Roman"/>
              </a:rPr>
              <a:t> Minh</a:t>
            </a:r>
            <a:endParaRPr lang="en-US" sz="3200" b="1" dirty="0">
              <a:solidFill>
                <a:srgbClr val="FF0000"/>
              </a:solidFill>
              <a:latin typeface="Times New Roman"/>
              <a:cs typeface="Times New Roman"/>
            </a:endParaRPr>
          </a:p>
        </p:txBody>
      </p:sp>
      <p:sp>
        <p:nvSpPr>
          <p:cNvPr id="11" name="Text Box 36"/>
          <p:cNvSpPr txBox="1">
            <a:spLocks noChangeArrowheads="1"/>
          </p:cNvSpPr>
          <p:nvPr/>
        </p:nvSpPr>
        <p:spPr bwMode="auto">
          <a:xfrm>
            <a:off x="3886200" y="1741581"/>
            <a:ext cx="3200400"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002060"/>
                </a:solidFill>
                <a:latin typeface="Times New Roman"/>
                <a:cs typeface="Times New Roman"/>
              </a:rPr>
              <a:t>Phẩm</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chất</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cá</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nhân</a:t>
            </a:r>
            <a:endParaRPr lang="en-US" sz="2600" dirty="0">
              <a:solidFill>
                <a:srgbClr val="002060"/>
              </a:solidFill>
              <a:latin typeface="Times New Roman"/>
              <a:cs typeface="Times New Roman"/>
            </a:endParaRPr>
          </a:p>
        </p:txBody>
      </p:sp>
      <p:cxnSp>
        <p:nvCxnSpPr>
          <p:cNvPr id="14" name="Straight Connector 13"/>
          <p:cNvCxnSpPr/>
          <p:nvPr/>
        </p:nvCxnSpPr>
        <p:spPr>
          <a:xfrm>
            <a:off x="2555389"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015153" y="2133600"/>
            <a:ext cx="18015" cy="26670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971800" y="215163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017933" y="479123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9" name="Text Box 36"/>
          <p:cNvSpPr txBox="1">
            <a:spLocks noChangeArrowheads="1"/>
          </p:cNvSpPr>
          <p:nvPr/>
        </p:nvSpPr>
        <p:spPr bwMode="auto">
          <a:xfrm>
            <a:off x="4038600" y="4114800"/>
            <a:ext cx="487680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002060"/>
                </a:solidFill>
                <a:latin typeface="Times New Roman"/>
                <a:cs typeface="Times New Roman"/>
              </a:rPr>
              <a:t>Tài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năng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hoạt</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động</a:t>
            </a:r>
            <a:r>
              <a:rPr lang="en-US" sz="2600" dirty="0" smtClean="0">
                <a:solidFill>
                  <a:srgbClr val="002060"/>
                </a:solidFill>
                <a:latin typeface="Times New Roman"/>
                <a:cs typeface="Times New Roman"/>
              </a:rPr>
              <a:t>, </a:t>
            </a:r>
          </a:p>
          <a:p>
            <a:pPr algn="ctr">
              <a:lnSpc>
                <a:spcPct val="150000"/>
              </a:lnSpc>
            </a:pPr>
            <a:r>
              <a:rPr lang="en-US" sz="2600" dirty="0" err="1" smtClean="0">
                <a:solidFill>
                  <a:srgbClr val="002060"/>
                </a:solidFill>
                <a:latin typeface="Times New Roman"/>
                <a:cs typeface="Times New Roman"/>
              </a:rPr>
              <a:t>tổng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kết</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thực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tiễn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phát</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triển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lý</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luận</a:t>
            </a:r>
            <a:endParaRPr lang="en-US" sz="2600" dirty="0">
              <a:solidFill>
                <a:srgbClr val="002060"/>
              </a:solidFill>
              <a:latin typeface="Times New Roman"/>
              <a:cs typeface="Times New Roman"/>
            </a:endParaRPr>
          </a:p>
        </p:txBody>
      </p:sp>
      <p:sp>
        <p:nvSpPr>
          <p:cNvPr id="23" name="Rectangle 22"/>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108917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par>
                                <p:cTn id="11" presetID="16" presetClass="entr" presetSubtype="21"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arn(inVertical)">
                                      <p:cBhvr>
                                        <p:cTn id="13" dur="500"/>
                                        <p:tgtEl>
                                          <p:spTgt spid="1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500"/>
                                        <p:tgtEl>
                                          <p:spTgt spid="1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down)">
                                      <p:cBhvr>
                                        <p:cTn id="2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ChangeArrowheads="1"/>
          </p:cNvSpPr>
          <p:nvPr/>
        </p:nvSpPr>
        <p:spPr bwMode="auto">
          <a:xfrm>
            <a:off x="0" y="19050"/>
            <a:ext cx="9144000" cy="6858000"/>
          </a:xfrm>
          <a:prstGeom prst="rect">
            <a:avLst/>
          </a:prstGeom>
          <a:solidFill>
            <a:schemeClr val="accent2"/>
          </a:solidFill>
          <a:ln w="9525">
            <a:solidFill>
              <a:schemeClr val="tx1"/>
            </a:solidFill>
            <a:miter lim="800000"/>
            <a:headEnd/>
            <a:tailEnd/>
          </a:ln>
        </p:spPr>
        <p:txBody>
          <a:bodyPr wrap="none" anchor="ctr"/>
          <a:lstStyle/>
          <a:p>
            <a:endParaRPr lang="en-US"/>
          </a:p>
        </p:txBody>
      </p:sp>
      <p:sp>
        <p:nvSpPr>
          <p:cNvPr id="56323" name="AutoShape 24"/>
          <p:cNvSpPr>
            <a:spLocks noChangeArrowheads="1"/>
          </p:cNvSpPr>
          <p:nvPr/>
        </p:nvSpPr>
        <p:spPr bwMode="auto">
          <a:xfrm>
            <a:off x="1123950" y="190500"/>
            <a:ext cx="5962650" cy="952500"/>
          </a:xfrm>
          <a:prstGeom prst="roundRect">
            <a:avLst>
              <a:gd name="adj" fmla="val 16667"/>
            </a:avLst>
          </a:prstGeom>
          <a:solidFill>
            <a:srgbClr val="FFFF66"/>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b="1">
              <a:latin typeface="Arial" charset="0"/>
            </a:endParaRPr>
          </a:p>
        </p:txBody>
      </p:sp>
      <p:sp>
        <p:nvSpPr>
          <p:cNvPr id="56324" name="AutoShape 8"/>
          <p:cNvSpPr>
            <a:spLocks noChangeArrowheads="1"/>
          </p:cNvSpPr>
          <p:nvPr/>
        </p:nvSpPr>
        <p:spPr bwMode="auto">
          <a:xfrm>
            <a:off x="1308101" y="124301"/>
            <a:ext cx="5778500" cy="1018699"/>
          </a:xfrm>
          <a:prstGeom prst="roundRect">
            <a:avLst>
              <a:gd name="adj" fmla="val 11653"/>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2800" b="1" dirty="0" err="1" smtClean="0">
                <a:latin typeface="Times New Roman" pitchFamily="18" charset="0"/>
              </a:rPr>
              <a:t>Quá</a:t>
            </a:r>
            <a:r>
              <a:rPr lang="en-US" sz="2800" b="1" dirty="0" smtClean="0">
                <a:latin typeface="Times New Roman" pitchFamily="18" charset="0"/>
              </a:rPr>
              <a:t> </a:t>
            </a:r>
            <a:r>
              <a:rPr lang="en-US" sz="2800" b="1" dirty="0" err="1" smtClean="0">
                <a:latin typeface="Times New Roman" pitchFamily="18" charset="0"/>
              </a:rPr>
              <a:t>trình</a:t>
            </a:r>
            <a:r>
              <a:rPr lang="en-US" sz="2800" b="1" dirty="0" smtClean="0">
                <a:latin typeface="Times New Roman" pitchFamily="18" charset="0"/>
              </a:rPr>
              <a:t> </a:t>
            </a:r>
            <a:r>
              <a:rPr lang="en-US" sz="2800" b="1" dirty="0" err="1" smtClean="0">
                <a:latin typeface="Times New Roman" pitchFamily="18" charset="0"/>
              </a:rPr>
              <a:t>hình</a:t>
            </a:r>
            <a:r>
              <a:rPr lang="en-US" sz="2800" b="1" dirty="0" smtClean="0">
                <a:latin typeface="Times New Roman" pitchFamily="18" charset="0"/>
              </a:rPr>
              <a:t> </a:t>
            </a:r>
            <a:r>
              <a:rPr lang="en-US" sz="2800" b="1" dirty="0" err="1" smtClean="0">
                <a:latin typeface="Times New Roman" pitchFamily="18" charset="0"/>
              </a:rPr>
              <a:t>thành</a:t>
            </a:r>
            <a:r>
              <a:rPr lang="en-US" sz="2800" b="1" dirty="0" smtClean="0">
                <a:latin typeface="Times New Roman" pitchFamily="18" charset="0"/>
              </a:rPr>
              <a:t> </a:t>
            </a:r>
            <a:r>
              <a:rPr lang="en-US" sz="2800" b="1" dirty="0" err="1" smtClean="0">
                <a:latin typeface="Times New Roman" pitchFamily="18" charset="0"/>
              </a:rPr>
              <a:t>và</a:t>
            </a:r>
            <a:r>
              <a:rPr lang="en-US" sz="2800" b="1" dirty="0" smtClean="0">
                <a:latin typeface="Times New Roman" pitchFamily="18" charset="0"/>
              </a:rPr>
              <a:t> </a:t>
            </a:r>
            <a:r>
              <a:rPr lang="en-US" sz="2800" b="1" dirty="0" err="1" smtClean="0">
                <a:latin typeface="Times New Roman" pitchFamily="18" charset="0"/>
              </a:rPr>
              <a:t>phát</a:t>
            </a:r>
            <a:r>
              <a:rPr lang="en-US" sz="2800" b="1" dirty="0" smtClean="0">
                <a:latin typeface="Times New Roman" pitchFamily="18" charset="0"/>
              </a:rPr>
              <a:t> </a:t>
            </a:r>
            <a:r>
              <a:rPr lang="en-US" sz="2800" b="1" dirty="0" err="1" smtClean="0">
                <a:latin typeface="Times New Roman" pitchFamily="18" charset="0"/>
              </a:rPr>
              <a:t>triển</a:t>
            </a:r>
            <a:r>
              <a:rPr lang="en-US" sz="2800" b="1" dirty="0" smtClean="0">
                <a:latin typeface="Times New Roman" pitchFamily="18" charset="0"/>
              </a:rPr>
              <a:t> </a:t>
            </a:r>
          </a:p>
          <a:p>
            <a:pPr algn="l"/>
            <a:r>
              <a:rPr lang="en-US" sz="2800" b="1" dirty="0" err="1" smtClean="0">
                <a:latin typeface="Times New Roman" pitchFamily="18" charset="0"/>
              </a:rPr>
              <a:t>tư</a:t>
            </a:r>
            <a:r>
              <a:rPr lang="en-US" sz="2800" b="1" dirty="0" smtClean="0">
                <a:latin typeface="Times New Roman" pitchFamily="18" charset="0"/>
              </a:rPr>
              <a:t> </a:t>
            </a:r>
            <a:r>
              <a:rPr lang="en-US" sz="2800" b="1" dirty="0" err="1">
                <a:latin typeface="Times New Roman" pitchFamily="18" charset="0"/>
              </a:rPr>
              <a:t>tưởng</a:t>
            </a:r>
            <a:r>
              <a:rPr lang="en-US" sz="2800" b="1" dirty="0">
                <a:latin typeface="Times New Roman" pitchFamily="18" charset="0"/>
              </a:rPr>
              <a:t> </a:t>
            </a:r>
            <a:r>
              <a:rPr lang="en-US" sz="2800" b="1" dirty="0" err="1">
                <a:latin typeface="Times New Roman" pitchFamily="18" charset="0"/>
              </a:rPr>
              <a:t>Hồ</a:t>
            </a:r>
            <a:r>
              <a:rPr lang="en-US" sz="2800" b="1" dirty="0">
                <a:latin typeface="Times New Roman" pitchFamily="18" charset="0"/>
              </a:rPr>
              <a:t> </a:t>
            </a:r>
            <a:r>
              <a:rPr lang="en-US" sz="2800" b="1" dirty="0" err="1">
                <a:latin typeface="Times New Roman" pitchFamily="18" charset="0"/>
              </a:rPr>
              <a:t>Chí</a:t>
            </a:r>
            <a:r>
              <a:rPr lang="en-US" sz="2800" b="1" dirty="0">
                <a:latin typeface="Times New Roman" pitchFamily="18" charset="0"/>
              </a:rPr>
              <a:t> Minh</a:t>
            </a:r>
            <a:endParaRPr lang="fr-FR" sz="2800" b="1" dirty="0">
              <a:latin typeface="Times New Roman" pitchFamily="18" charset="0"/>
            </a:endParaRPr>
          </a:p>
        </p:txBody>
      </p:sp>
      <p:grpSp>
        <p:nvGrpSpPr>
          <p:cNvPr id="56325" name="Group 10"/>
          <p:cNvGrpSpPr>
            <a:grpSpLocks/>
          </p:cNvGrpSpPr>
          <p:nvPr/>
        </p:nvGrpSpPr>
        <p:grpSpPr bwMode="auto">
          <a:xfrm>
            <a:off x="133350" y="344488"/>
            <a:ext cx="871538" cy="646112"/>
            <a:chOff x="1110" y="2656"/>
            <a:chExt cx="1549" cy="1351"/>
          </a:xfrm>
        </p:grpSpPr>
        <p:sp>
          <p:nvSpPr>
            <p:cNvPr id="56338" name="AutoShape 11"/>
            <p:cNvSpPr>
              <a:spLocks noChangeArrowheads="1"/>
            </p:cNvSpPr>
            <p:nvPr/>
          </p:nvSpPr>
          <p:spPr bwMode="gray">
            <a:xfrm>
              <a:off x="1123" y="2679"/>
              <a:ext cx="1536" cy="1328"/>
            </a:xfrm>
            <a:prstGeom prst="hexagon">
              <a:avLst>
                <a:gd name="adj" fmla="val 28916"/>
                <a:gd name="vf" fmla="val 115470"/>
              </a:avLst>
            </a:prstGeom>
            <a:solidFill>
              <a:srgbClr val="00660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b="1">
                <a:latin typeface="Arial" charset="0"/>
              </a:endParaRPr>
            </a:p>
          </p:txBody>
        </p:sp>
        <p:sp>
          <p:nvSpPr>
            <p:cNvPr id="56339" name="AutoShape 12"/>
            <p:cNvSpPr>
              <a:spLocks noChangeArrowheads="1"/>
            </p:cNvSpPr>
            <p:nvPr/>
          </p:nvSpPr>
          <p:spPr bwMode="gray">
            <a:xfrm>
              <a:off x="1110" y="2656"/>
              <a:ext cx="1536" cy="1328"/>
            </a:xfrm>
            <a:prstGeom prst="hexagon">
              <a:avLst>
                <a:gd name="adj" fmla="val 28916"/>
                <a:gd name="vf" fmla="val 115470"/>
              </a:avLst>
            </a:prstGeom>
            <a:solidFill>
              <a:srgbClr val="006600"/>
            </a:soli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b="1">
                <a:latin typeface="Arial" charset="0"/>
              </a:endParaRPr>
            </a:p>
          </p:txBody>
        </p:sp>
        <p:sp>
          <p:nvSpPr>
            <p:cNvPr id="56340" name="AutoShape 13"/>
            <p:cNvSpPr>
              <a:spLocks noChangeArrowheads="1"/>
            </p:cNvSpPr>
            <p:nvPr/>
          </p:nvSpPr>
          <p:spPr bwMode="gray">
            <a:xfrm>
              <a:off x="1200" y="2736"/>
              <a:ext cx="1350" cy="1168"/>
            </a:xfrm>
            <a:prstGeom prst="hexagon">
              <a:avLst>
                <a:gd name="adj" fmla="val 28896"/>
                <a:gd name="vf" fmla="val 115470"/>
              </a:avLst>
            </a:prstGeom>
            <a:solidFill>
              <a:srgbClr val="00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800" b="1">
                <a:latin typeface="Arial" charset="0"/>
              </a:endParaRPr>
            </a:p>
          </p:txBody>
        </p:sp>
      </p:grpSp>
      <p:sp>
        <p:nvSpPr>
          <p:cNvPr id="56326" name="Text Box 14"/>
          <p:cNvSpPr txBox="1">
            <a:spLocks noChangeArrowheads="1"/>
          </p:cNvSpPr>
          <p:nvPr/>
        </p:nvSpPr>
        <p:spPr bwMode="auto">
          <a:xfrm>
            <a:off x="114300" y="361950"/>
            <a:ext cx="114300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VnArial" pitchFamily="34" charset="0"/>
              </a:defRPr>
            </a:lvl1pPr>
            <a:lvl2pPr marL="742950" indent="-285750" eaLnBrk="0" hangingPunct="0">
              <a:defRPr sz="2400">
                <a:solidFill>
                  <a:schemeClr val="tx1"/>
                </a:solidFill>
                <a:latin typeface=".VnArial" pitchFamily="34" charset="0"/>
              </a:defRPr>
            </a:lvl2pPr>
            <a:lvl3pPr marL="1143000" indent="-228600" eaLnBrk="0" hangingPunct="0">
              <a:defRPr sz="2400">
                <a:solidFill>
                  <a:schemeClr val="tx1"/>
                </a:solidFill>
                <a:latin typeface=".VnArial" pitchFamily="34" charset="0"/>
              </a:defRPr>
            </a:lvl3pPr>
            <a:lvl4pPr marL="1600200" indent="-228600" eaLnBrk="0" hangingPunct="0">
              <a:defRPr sz="2400">
                <a:solidFill>
                  <a:schemeClr val="tx1"/>
                </a:solidFill>
                <a:latin typeface=".VnArial" pitchFamily="34" charset="0"/>
              </a:defRPr>
            </a:lvl4pPr>
            <a:lvl5pPr marL="2057400" indent="-228600" eaLnBrk="0" hangingPunct="0">
              <a:defRPr sz="2400">
                <a:solidFill>
                  <a:schemeClr val="tx1"/>
                </a:solidFill>
                <a:latin typeface=".VnArial" pitchFamily="34" charset="0"/>
              </a:defRPr>
            </a:lvl5pPr>
            <a:lvl6pPr marL="2514600" indent="-228600" algn="ctr" eaLnBrk="0" fontAlgn="base" hangingPunct="0">
              <a:spcBef>
                <a:spcPct val="0"/>
              </a:spcBef>
              <a:spcAft>
                <a:spcPct val="0"/>
              </a:spcAft>
              <a:defRPr sz="2400">
                <a:solidFill>
                  <a:schemeClr val="tx1"/>
                </a:solidFill>
                <a:latin typeface=".VnArial" pitchFamily="34" charset="0"/>
              </a:defRPr>
            </a:lvl6pPr>
            <a:lvl7pPr marL="2971800" indent="-228600" algn="ctr" eaLnBrk="0" fontAlgn="base" hangingPunct="0">
              <a:spcBef>
                <a:spcPct val="0"/>
              </a:spcBef>
              <a:spcAft>
                <a:spcPct val="0"/>
              </a:spcAft>
              <a:defRPr sz="2400">
                <a:solidFill>
                  <a:schemeClr val="tx1"/>
                </a:solidFill>
                <a:latin typeface=".VnArial" pitchFamily="34" charset="0"/>
              </a:defRPr>
            </a:lvl7pPr>
            <a:lvl8pPr marL="3429000" indent="-228600" algn="ctr" eaLnBrk="0" fontAlgn="base" hangingPunct="0">
              <a:spcBef>
                <a:spcPct val="0"/>
              </a:spcBef>
              <a:spcAft>
                <a:spcPct val="0"/>
              </a:spcAft>
              <a:defRPr sz="2400">
                <a:solidFill>
                  <a:schemeClr val="tx1"/>
                </a:solidFill>
                <a:latin typeface=".VnArial" pitchFamily="34" charset="0"/>
              </a:defRPr>
            </a:lvl8pPr>
            <a:lvl9pPr marL="3886200" indent="-228600" algn="ctr" eaLnBrk="0" fontAlgn="base" hangingPunct="0">
              <a:spcBef>
                <a:spcPct val="0"/>
              </a:spcBef>
              <a:spcAft>
                <a:spcPct val="0"/>
              </a:spcAft>
              <a:defRPr sz="2400">
                <a:solidFill>
                  <a:schemeClr val="tx1"/>
                </a:solidFill>
                <a:latin typeface=".VnArial" pitchFamily="34" charset="0"/>
              </a:defRPr>
            </a:lvl9pPr>
          </a:lstStyle>
          <a:p>
            <a:pPr algn="l" eaLnBrk="1" hangingPunct="1">
              <a:spcBef>
                <a:spcPct val="50000"/>
              </a:spcBef>
            </a:pPr>
            <a:r>
              <a:rPr lang="en-US" sz="3000">
                <a:solidFill>
                  <a:srgbClr val="FFFFFF"/>
                </a:solidFill>
                <a:latin typeface="Times New Roman" pitchFamily="18" charset="0"/>
              </a:rPr>
              <a:t>   </a:t>
            </a:r>
            <a:r>
              <a:rPr lang="en-US" sz="3000" smtClean="0">
                <a:solidFill>
                  <a:srgbClr val="FFFFFF"/>
                </a:solidFill>
                <a:latin typeface="Times New Roman" pitchFamily="18" charset="0"/>
              </a:rPr>
              <a:t>II</a:t>
            </a:r>
            <a:endParaRPr lang="en-US" sz="3000">
              <a:solidFill>
                <a:srgbClr val="FFFFFF"/>
              </a:solidFill>
              <a:latin typeface="Times New Roman" pitchFamily="18" charset="0"/>
            </a:endParaRPr>
          </a:p>
        </p:txBody>
      </p:sp>
      <p:sp>
        <p:nvSpPr>
          <p:cNvPr id="581649" name="AutoShape 17"/>
          <p:cNvSpPr>
            <a:spLocks noChangeArrowheads="1"/>
          </p:cNvSpPr>
          <p:nvPr/>
        </p:nvSpPr>
        <p:spPr bwMode="auto">
          <a:xfrm>
            <a:off x="573088" y="4735513"/>
            <a:ext cx="1905000" cy="1446637"/>
          </a:xfrm>
          <a:prstGeom prst="roundRect">
            <a:avLst>
              <a:gd name="adj" fmla="val 16667"/>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50000"/>
              </a:lnSpc>
            </a:pPr>
            <a:r>
              <a:rPr lang="en-US" sz="2800" b="1" i="1" dirty="0" err="1">
                <a:solidFill>
                  <a:srgbClr val="000099"/>
                </a:solidFill>
                <a:latin typeface="Times New Roman" pitchFamily="18" charset="0"/>
              </a:rPr>
              <a:t>Phát</a:t>
            </a:r>
            <a:r>
              <a:rPr lang="en-US" sz="2800" b="1" i="1" dirty="0">
                <a:solidFill>
                  <a:srgbClr val="000099"/>
                </a:solidFill>
                <a:latin typeface="Times New Roman" pitchFamily="18" charset="0"/>
              </a:rPr>
              <a:t> </a:t>
            </a:r>
            <a:r>
              <a:rPr lang="en-US" sz="2800" b="1" i="1" dirty="0" err="1">
                <a:solidFill>
                  <a:srgbClr val="000099"/>
                </a:solidFill>
                <a:latin typeface="Times New Roman" pitchFamily="18" charset="0"/>
              </a:rPr>
              <a:t>triển</a:t>
            </a:r>
            <a:r>
              <a:rPr lang="en-US" sz="2800" b="1" i="1" dirty="0">
                <a:solidFill>
                  <a:srgbClr val="000099"/>
                </a:solidFill>
                <a:latin typeface="Times New Roman" pitchFamily="18" charset="0"/>
              </a:rPr>
              <a:t> </a:t>
            </a:r>
            <a:r>
              <a:rPr lang="en-US" sz="2800" b="1" i="1" dirty="0" err="1">
                <a:solidFill>
                  <a:srgbClr val="000099"/>
                </a:solidFill>
                <a:latin typeface="Times New Roman" pitchFamily="18" charset="0"/>
              </a:rPr>
              <a:t>lâu</a:t>
            </a:r>
            <a:r>
              <a:rPr lang="en-US" sz="2800" b="1" i="1" dirty="0">
                <a:solidFill>
                  <a:srgbClr val="000099"/>
                </a:solidFill>
                <a:latin typeface="Times New Roman" pitchFamily="18" charset="0"/>
              </a:rPr>
              <a:t> </a:t>
            </a:r>
            <a:r>
              <a:rPr lang="en-US" sz="2800" b="1" i="1" dirty="0" err="1">
                <a:solidFill>
                  <a:srgbClr val="000099"/>
                </a:solidFill>
                <a:latin typeface="Times New Roman" pitchFamily="18" charset="0"/>
              </a:rPr>
              <a:t>dài</a:t>
            </a:r>
            <a:r>
              <a:rPr lang="en-US" sz="2800" b="1" i="1" dirty="0">
                <a:solidFill>
                  <a:srgbClr val="000099"/>
                </a:solidFill>
                <a:latin typeface="Times New Roman" pitchFamily="18" charset="0"/>
              </a:rPr>
              <a:t> </a:t>
            </a:r>
            <a:endParaRPr lang="en-US" sz="2800" dirty="0">
              <a:solidFill>
                <a:srgbClr val="000099"/>
              </a:solidFill>
              <a:latin typeface="Times New Roman" pitchFamily="18" charset="0"/>
            </a:endParaRPr>
          </a:p>
        </p:txBody>
      </p:sp>
      <p:sp>
        <p:nvSpPr>
          <p:cNvPr id="75784" name="AutoShape 18"/>
          <p:cNvSpPr>
            <a:spLocks noChangeArrowheads="1"/>
          </p:cNvSpPr>
          <p:nvPr/>
        </p:nvSpPr>
        <p:spPr bwMode="auto">
          <a:xfrm>
            <a:off x="5475288" y="4491038"/>
            <a:ext cx="1827212" cy="817562"/>
          </a:xfrm>
          <a:prstGeom prst="roundRect">
            <a:avLst>
              <a:gd name="adj" fmla="val 16667"/>
            </a:avLst>
          </a:prstGeom>
          <a:solidFill>
            <a:srgbClr val="FF66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sz="2800" b="1" i="1">
                <a:solidFill>
                  <a:srgbClr val="000099"/>
                </a:solidFill>
                <a:latin typeface="Times New Roman" pitchFamily="18" charset="0"/>
              </a:rPr>
              <a:t>1911-1920</a:t>
            </a:r>
          </a:p>
        </p:txBody>
      </p:sp>
      <p:sp>
        <p:nvSpPr>
          <p:cNvPr id="17" name="AutoShape 17"/>
          <p:cNvSpPr>
            <a:spLocks noChangeArrowheads="1"/>
          </p:cNvSpPr>
          <p:nvPr/>
        </p:nvSpPr>
        <p:spPr bwMode="auto">
          <a:xfrm>
            <a:off x="6394450" y="5502275"/>
            <a:ext cx="2522538" cy="817563"/>
          </a:xfrm>
          <a:prstGeom prst="roundRect">
            <a:avLst>
              <a:gd name="adj" fmla="val 16667"/>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en-US" sz="2800" b="1" i="1">
                <a:solidFill>
                  <a:srgbClr val="000099"/>
                </a:solidFill>
                <a:latin typeface="Times New Roman" pitchFamily="18" charset="0"/>
              </a:rPr>
              <a:t>Trước 5/6/1911</a:t>
            </a:r>
            <a:endParaRPr lang="en-US" sz="2800">
              <a:solidFill>
                <a:srgbClr val="000099"/>
              </a:solidFill>
              <a:latin typeface="Times New Roman" pitchFamily="18" charset="0"/>
            </a:endParaRPr>
          </a:p>
        </p:txBody>
      </p:sp>
      <p:sp>
        <p:nvSpPr>
          <p:cNvPr id="19" name="AutoShape 18"/>
          <p:cNvSpPr>
            <a:spLocks noChangeArrowheads="1"/>
          </p:cNvSpPr>
          <p:nvPr/>
        </p:nvSpPr>
        <p:spPr bwMode="auto">
          <a:xfrm>
            <a:off x="4379913" y="3562350"/>
            <a:ext cx="1824037" cy="817563"/>
          </a:xfrm>
          <a:prstGeom prst="roundRect">
            <a:avLst>
              <a:gd name="adj" fmla="val 16667"/>
            </a:avLst>
          </a:pr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p>
            <a:pPr algn="just">
              <a:lnSpc>
                <a:spcPct val="150000"/>
              </a:lnSpc>
            </a:pPr>
            <a:r>
              <a:rPr lang="en-US" sz="2800" b="1" i="1">
                <a:solidFill>
                  <a:srgbClr val="002060"/>
                </a:solidFill>
                <a:latin typeface="Times New Roman" pitchFamily="18" charset="0"/>
                <a:cs typeface="Times New Roman" pitchFamily="18" charset="0"/>
              </a:rPr>
              <a:t>1920-1930</a:t>
            </a:r>
          </a:p>
        </p:txBody>
      </p:sp>
      <p:sp>
        <p:nvSpPr>
          <p:cNvPr id="20" name="AutoShape 18"/>
          <p:cNvSpPr>
            <a:spLocks noChangeArrowheads="1"/>
          </p:cNvSpPr>
          <p:nvPr/>
        </p:nvSpPr>
        <p:spPr bwMode="auto">
          <a:xfrm>
            <a:off x="3200400" y="2609850"/>
            <a:ext cx="1824038" cy="817563"/>
          </a:xfrm>
          <a:prstGeom prst="roundRect">
            <a:avLst>
              <a:gd name="adj" fmla="val 16667"/>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p>
            <a:pPr algn="just">
              <a:lnSpc>
                <a:spcPct val="150000"/>
              </a:lnSpc>
            </a:pPr>
            <a:r>
              <a:rPr lang="en-US" sz="2800" b="1" i="1">
                <a:solidFill>
                  <a:srgbClr val="002060"/>
                </a:solidFill>
                <a:latin typeface="Times New Roman" pitchFamily="18" charset="0"/>
                <a:cs typeface="Times New Roman" pitchFamily="18" charset="0"/>
              </a:rPr>
              <a:t>1930-1941</a:t>
            </a:r>
          </a:p>
        </p:txBody>
      </p:sp>
      <p:sp>
        <p:nvSpPr>
          <p:cNvPr id="21" name="AutoShape 18"/>
          <p:cNvSpPr>
            <a:spLocks noChangeArrowheads="1"/>
          </p:cNvSpPr>
          <p:nvPr/>
        </p:nvSpPr>
        <p:spPr bwMode="auto">
          <a:xfrm>
            <a:off x="2171700" y="1592263"/>
            <a:ext cx="1824038" cy="817562"/>
          </a:xfrm>
          <a:prstGeom prst="roundRect">
            <a:avLst>
              <a:gd name="adj" fmla="val 16667"/>
            </a:avLst>
          </a:prstGeom>
          <a:solidFill>
            <a:srgbClr val="FFFF66"/>
          </a:solidFill>
          <a:ln>
            <a:noFill/>
          </a:ln>
          <a:extLst>
            <a:ext uri="{91240B29-F687-4F45-9708-019B960494DF}">
              <a14:hiddenLine xmlns:a14="http://schemas.microsoft.com/office/drawing/2010/main" w="9525">
                <a:solidFill>
                  <a:srgbClr val="000000"/>
                </a:solidFill>
                <a:round/>
                <a:headEnd/>
                <a:tailEnd/>
              </a14:hiddenLine>
            </a:ext>
          </a:extLst>
        </p:spPr>
        <p:txBody>
          <a:bodyPr>
            <a:spAutoFit/>
          </a:bodyPr>
          <a:lstStyle/>
          <a:p>
            <a:pPr algn="just">
              <a:lnSpc>
                <a:spcPct val="150000"/>
              </a:lnSpc>
            </a:pPr>
            <a:r>
              <a:rPr lang="en-US" sz="2800" b="1" i="1">
                <a:solidFill>
                  <a:srgbClr val="002060"/>
                </a:solidFill>
                <a:latin typeface="Times New Roman" pitchFamily="18" charset="0"/>
                <a:cs typeface="Times New Roman" pitchFamily="18" charset="0"/>
              </a:rPr>
              <a:t>1941-1969</a:t>
            </a:r>
          </a:p>
        </p:txBody>
      </p:sp>
      <p:sp>
        <p:nvSpPr>
          <p:cNvPr id="5" name="Left-Up Arrow 4"/>
          <p:cNvSpPr/>
          <p:nvPr/>
        </p:nvSpPr>
        <p:spPr bwMode="auto">
          <a:xfrm rot="16200000">
            <a:off x="7409657" y="4687093"/>
            <a:ext cx="533400" cy="709613"/>
          </a:xfrm>
          <a:prstGeom prst="leftUpArrow">
            <a:avLst/>
          </a:prstGeom>
          <a:solidFill>
            <a:srgbClr val="FF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4" name="Left-Up Arrow 23"/>
          <p:cNvSpPr/>
          <p:nvPr/>
        </p:nvSpPr>
        <p:spPr bwMode="auto">
          <a:xfrm rot="16200000">
            <a:off x="6226969" y="3694906"/>
            <a:ext cx="661988" cy="708025"/>
          </a:xfrm>
          <a:prstGeom prst="leftUpArrow">
            <a:avLst/>
          </a:prstGeom>
          <a:solidFill>
            <a:srgbClr val="FF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5" name="Left-Up Arrow 24"/>
          <p:cNvSpPr/>
          <p:nvPr/>
        </p:nvSpPr>
        <p:spPr bwMode="auto">
          <a:xfrm rot="16200000">
            <a:off x="5161757" y="2805906"/>
            <a:ext cx="533400" cy="709613"/>
          </a:xfrm>
          <a:prstGeom prst="leftUpArrow">
            <a:avLst/>
          </a:prstGeom>
          <a:solidFill>
            <a:srgbClr val="FF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26" name="Left-Up Arrow 25"/>
          <p:cNvSpPr/>
          <p:nvPr/>
        </p:nvSpPr>
        <p:spPr bwMode="auto">
          <a:xfrm rot="16200000">
            <a:off x="4093369" y="1940719"/>
            <a:ext cx="533400" cy="709612"/>
          </a:xfrm>
          <a:prstGeom prst="leftUpArrow">
            <a:avLst/>
          </a:prstGeom>
          <a:solidFill>
            <a:srgbClr val="FFFF99"/>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a:p>
        </p:txBody>
      </p:sp>
      <p:sp>
        <p:nvSpPr>
          <p:cNvPr id="6" name="Left Brace 5"/>
          <p:cNvSpPr>
            <a:spLocks/>
          </p:cNvSpPr>
          <p:nvPr/>
        </p:nvSpPr>
        <p:spPr bwMode="auto">
          <a:xfrm rot="-2804935">
            <a:off x="3149600" y="1784350"/>
            <a:ext cx="884238" cy="6218238"/>
          </a:xfrm>
          <a:prstGeom prst="leftBrace">
            <a:avLst>
              <a:gd name="adj1" fmla="val 80383"/>
              <a:gd name="adj2" fmla="val 36509"/>
            </a:avLst>
          </a:prstGeom>
          <a:noFill/>
          <a:ln w="762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extLst>
      <p:ext uri="{BB962C8B-B14F-4D97-AF65-F5344CB8AC3E}">
        <p14:creationId xmlns:p14="http://schemas.microsoft.com/office/powerpoint/2010/main" val="28264241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581649"/>
                                        </p:tgtEl>
                                        <p:attrNameLst>
                                          <p:attrName>style.visibility</p:attrName>
                                        </p:attrNameLst>
                                      </p:cBhvr>
                                      <p:to>
                                        <p:strVal val="visible"/>
                                      </p:to>
                                    </p:set>
                                    <p:anim calcmode="lin" valueType="num">
                                      <p:cBhvr additive="base">
                                        <p:cTn id="7" dur="500" fill="hold"/>
                                        <p:tgtEl>
                                          <p:spTgt spid="581649"/>
                                        </p:tgtEl>
                                        <p:attrNameLst>
                                          <p:attrName>ppt_x</p:attrName>
                                        </p:attrNameLst>
                                      </p:cBhvr>
                                      <p:tavLst>
                                        <p:tav tm="0">
                                          <p:val>
                                            <p:strVal val="#ppt_x"/>
                                          </p:val>
                                        </p:tav>
                                        <p:tav tm="100000">
                                          <p:val>
                                            <p:strVal val="#ppt_x"/>
                                          </p:val>
                                        </p:tav>
                                      </p:tavLst>
                                    </p:anim>
                                    <p:anim calcmode="lin" valueType="num">
                                      <p:cBhvr additive="base">
                                        <p:cTn id="8" dur="500" fill="hold"/>
                                        <p:tgtEl>
                                          <p:spTgt spid="58164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75784"/>
                                        </p:tgtEl>
                                        <p:attrNameLst>
                                          <p:attrName>style.visibility</p:attrName>
                                        </p:attrNameLst>
                                      </p:cBhvr>
                                      <p:to>
                                        <p:strVal val="visible"/>
                                      </p:to>
                                    </p:set>
                                    <p:anim calcmode="lin" valueType="num">
                                      <p:cBhvr additive="base">
                                        <p:cTn id="29" dur="500" fill="hold"/>
                                        <p:tgtEl>
                                          <p:spTgt spid="75784"/>
                                        </p:tgtEl>
                                        <p:attrNameLst>
                                          <p:attrName>ppt_x</p:attrName>
                                        </p:attrNameLst>
                                      </p:cBhvr>
                                      <p:tavLst>
                                        <p:tav tm="0">
                                          <p:val>
                                            <p:strVal val="#ppt_x"/>
                                          </p:val>
                                        </p:tav>
                                        <p:tav tm="100000">
                                          <p:val>
                                            <p:strVal val="#ppt_x"/>
                                          </p:val>
                                        </p:tav>
                                      </p:tavLst>
                                    </p:anim>
                                    <p:anim calcmode="lin" valueType="num">
                                      <p:cBhvr additive="base">
                                        <p:cTn id="30" dur="500" fill="hold"/>
                                        <p:tgtEl>
                                          <p:spTgt spid="75784"/>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ppt_x"/>
                                          </p:val>
                                        </p:tav>
                                        <p:tav tm="100000">
                                          <p:val>
                                            <p:strVal val="#ppt_x"/>
                                          </p:val>
                                        </p:tav>
                                      </p:tavLst>
                                    </p:anim>
                                    <p:anim calcmode="lin" valueType="num">
                                      <p:cBhvr additive="base">
                                        <p:cTn id="36" dur="500" fill="hold"/>
                                        <p:tgtEl>
                                          <p:spTgt spid="2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ppt_x</p:attrName>
                                        </p:attrNameLst>
                                      </p:cBhvr>
                                      <p:tavLst>
                                        <p:tav tm="0">
                                          <p:val>
                                            <p:strVal val="#ppt_x"/>
                                          </p:val>
                                        </p:tav>
                                        <p:tav tm="100000">
                                          <p:val>
                                            <p:strVal val="#ppt_x"/>
                                          </p:val>
                                        </p:tav>
                                      </p:tavLst>
                                    </p:anim>
                                    <p:anim calcmode="lin" valueType="num">
                                      <p:cBhvr additive="base">
                                        <p:cTn id="4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 calcmode="lin" valueType="num">
                                      <p:cBhvr additive="base">
                                        <p:cTn id="45" dur="500" fill="hold"/>
                                        <p:tgtEl>
                                          <p:spTgt spid="25"/>
                                        </p:tgtEl>
                                        <p:attrNameLst>
                                          <p:attrName>ppt_x</p:attrName>
                                        </p:attrNameLst>
                                      </p:cBhvr>
                                      <p:tavLst>
                                        <p:tav tm="0">
                                          <p:val>
                                            <p:strVal val="#ppt_x"/>
                                          </p:val>
                                        </p:tav>
                                        <p:tav tm="100000">
                                          <p:val>
                                            <p:strVal val="#ppt_x"/>
                                          </p:val>
                                        </p:tav>
                                      </p:tavLst>
                                    </p:anim>
                                    <p:anim calcmode="lin" valueType="num">
                                      <p:cBhvr additive="base">
                                        <p:cTn id="46" dur="500" fill="hold"/>
                                        <p:tgtEl>
                                          <p:spTgt spid="25"/>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500" fill="hold"/>
                                        <p:tgtEl>
                                          <p:spTgt spid="26"/>
                                        </p:tgtEl>
                                        <p:attrNameLst>
                                          <p:attrName>ppt_x</p:attrName>
                                        </p:attrNameLst>
                                      </p:cBhvr>
                                      <p:tavLst>
                                        <p:tav tm="0">
                                          <p:val>
                                            <p:strVal val="#ppt_x"/>
                                          </p:val>
                                        </p:tav>
                                        <p:tav tm="100000">
                                          <p:val>
                                            <p:strVal val="#ppt_x"/>
                                          </p:val>
                                        </p:tav>
                                      </p:tavLst>
                                    </p:anim>
                                    <p:anim calcmode="lin" valueType="num">
                                      <p:cBhvr additive="base">
                                        <p:cTn id="56" dur="500" fill="hold"/>
                                        <p:tgtEl>
                                          <p:spTgt spid="2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ppt_x</p:attrName>
                                        </p:attrNameLst>
                                      </p:cBhvr>
                                      <p:tavLst>
                                        <p:tav tm="0">
                                          <p:val>
                                            <p:strVal val="#ppt_x"/>
                                          </p:val>
                                        </p:tav>
                                        <p:tav tm="100000">
                                          <p:val>
                                            <p:strVal val="#ppt_x"/>
                                          </p:val>
                                        </p:tav>
                                      </p:tavLst>
                                    </p:anim>
                                    <p:anim calcmode="lin" valueType="num">
                                      <p:cBhvr additive="base">
                                        <p:cTn id="6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49" grpId="0" animBg="1"/>
      <p:bldP spid="75784" grpId="0" animBg="1"/>
      <p:bldP spid="17" grpId="0" animBg="1"/>
      <p:bldP spid="19" grpId="0" animBg="1"/>
      <p:bldP spid="20" grpId="0" animBg="1"/>
      <p:bldP spid="21"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dirty="0"/>
          </a:p>
        </p:txBody>
      </p:sp>
      <p:sp>
        <p:nvSpPr>
          <p:cNvPr id="6" name="Footer Placeholder 5"/>
          <p:cNvSpPr>
            <a:spLocks noGrp="1"/>
          </p:cNvSpPr>
          <p:nvPr>
            <p:ph type="ftr" sz="quarter" idx="11"/>
          </p:nvPr>
        </p:nvSpPr>
        <p:spPr/>
        <p:txBody>
          <a:bodyPr/>
          <a:lstStyle/>
          <a:p>
            <a:r>
              <a:rPr lang="vi-VN" smtClean="0"/>
              <a:t>301002_Chương 7</a:t>
            </a:r>
            <a:endParaRPr lang="en-US" dirty="0"/>
          </a:p>
        </p:txBody>
      </p:sp>
      <p:sp>
        <p:nvSpPr>
          <p:cNvPr id="7" name="Slide Number Placeholder 6"/>
          <p:cNvSpPr>
            <a:spLocks noGrp="1"/>
          </p:cNvSpPr>
          <p:nvPr>
            <p:ph type="sldNum" sz="quarter" idx="12"/>
          </p:nvPr>
        </p:nvSpPr>
        <p:spPr/>
        <p:txBody>
          <a:bodyPr/>
          <a:lstStyle/>
          <a:p>
            <a:fld id="{A58A153D-734D-405D-8FB4-686C2D8CE407}" type="slidenum">
              <a:rPr lang="en-US" smtClean="0"/>
              <a:pPr/>
              <a:t>35</a:t>
            </a:fld>
            <a:endParaRPr lang="en-US" dirty="0"/>
          </a:p>
        </p:txBody>
      </p:sp>
      <p:sp>
        <p:nvSpPr>
          <p:cNvPr id="10" name="Text Box 36"/>
          <p:cNvSpPr txBox="1">
            <a:spLocks noChangeArrowheads="1"/>
          </p:cNvSpPr>
          <p:nvPr/>
        </p:nvSpPr>
        <p:spPr bwMode="auto">
          <a:xfrm>
            <a:off x="-240235" y="1066800"/>
            <a:ext cx="9689035"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FF0000"/>
                </a:solidFill>
                <a:latin typeface="Times New Roman"/>
                <a:cs typeface="Times New Roman"/>
              </a:rPr>
              <a:t>II. </a:t>
            </a:r>
            <a:r>
              <a:rPr lang="en-US" sz="2600" b="1" dirty="0" err="1" smtClean="0">
                <a:solidFill>
                  <a:srgbClr val="FF0000"/>
                </a:solidFill>
                <a:latin typeface="Times New Roman"/>
                <a:cs typeface="Times New Roman"/>
              </a:rPr>
              <a:t>Quá</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trình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hình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thành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và</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phát</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triển</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tưởng</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Hồ</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Chí</a:t>
            </a:r>
            <a:r>
              <a:rPr lang="en-US" sz="2600" b="1" dirty="0" smtClean="0">
                <a:solidFill>
                  <a:srgbClr val="FF0000"/>
                </a:solidFill>
                <a:latin typeface="Times New Roman"/>
                <a:cs typeface="Times New Roman"/>
              </a:rPr>
              <a:t> Minh</a:t>
            </a:r>
            <a:endParaRPr lang="en-US" sz="2600" b="1" dirty="0">
              <a:solidFill>
                <a:srgbClr val="FF0000"/>
              </a:solidFill>
              <a:latin typeface="Times New Roman"/>
              <a:cs typeface="Times New Roman"/>
            </a:endParaRPr>
          </a:p>
        </p:txBody>
      </p:sp>
      <p:sp>
        <p:nvSpPr>
          <p:cNvPr id="11" name="Text Box 36"/>
          <p:cNvSpPr txBox="1">
            <a:spLocks noChangeArrowheads="1"/>
          </p:cNvSpPr>
          <p:nvPr/>
        </p:nvSpPr>
        <p:spPr bwMode="auto">
          <a:xfrm>
            <a:off x="3276600" y="1741581"/>
            <a:ext cx="4800600"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smtClean="0">
                <a:solidFill>
                  <a:srgbClr val="002060"/>
                </a:solidFill>
                <a:latin typeface="Times New Roman"/>
                <a:cs typeface="Times New Roman"/>
              </a:rPr>
              <a:t>Hình</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thành</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tư</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tưởng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yêu</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nước</a:t>
            </a:r>
            <a:endParaRPr lang="en-US" sz="2600" dirty="0">
              <a:solidFill>
                <a:srgbClr val="002060"/>
              </a:solidFill>
              <a:latin typeface="Times New Roman"/>
              <a:cs typeface="Times New Roman"/>
            </a:endParaRPr>
          </a:p>
        </p:txBody>
      </p:sp>
      <p:cxnSp>
        <p:nvCxnSpPr>
          <p:cNvPr id="15" name="Straight Connector 14"/>
          <p:cNvCxnSpPr/>
          <p:nvPr/>
        </p:nvCxnSpPr>
        <p:spPr>
          <a:xfrm>
            <a:off x="2405553" y="2133600"/>
            <a:ext cx="18015" cy="26670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362200" y="215163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23" name="Rectangle 22"/>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
        <p:nvSpPr>
          <p:cNvPr id="17" name="Text Box 36"/>
          <p:cNvSpPr txBox="1">
            <a:spLocks noChangeArrowheads="1"/>
          </p:cNvSpPr>
          <p:nvPr/>
        </p:nvSpPr>
        <p:spPr bwMode="auto">
          <a:xfrm>
            <a:off x="-33130" y="2982093"/>
            <a:ext cx="2252870"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002060"/>
                </a:solidFill>
                <a:latin typeface="Times New Roman"/>
                <a:cs typeface="Times New Roman"/>
              </a:rPr>
              <a:t>1. </a:t>
            </a:r>
            <a:r>
              <a:rPr lang="en-US" sz="2600" b="1" dirty="0" err="1" smtClean="0">
                <a:solidFill>
                  <a:srgbClr val="002060"/>
                </a:solidFill>
                <a:latin typeface="Times New Roman"/>
                <a:cs typeface="Times New Roman"/>
              </a:rPr>
              <a:t>Trước</a:t>
            </a:r>
            <a:r>
              <a:rPr lang="en-US" sz="2600" b="1" dirty="0" smtClean="0">
                <a:solidFill>
                  <a:srgbClr val="002060"/>
                </a:solidFill>
                <a:latin typeface="Times New Roman"/>
                <a:cs typeface="Times New Roman"/>
              </a:rPr>
              <a:t> 1911</a:t>
            </a:r>
            <a:endParaRPr lang="en-US" sz="2600" b="1" dirty="0">
              <a:solidFill>
                <a:srgbClr val="002060"/>
              </a:solidFill>
              <a:latin typeface="Times New Roman"/>
              <a:cs typeface="Times New Roman"/>
            </a:endParaRPr>
          </a:p>
        </p:txBody>
      </p:sp>
      <p:sp>
        <p:nvSpPr>
          <p:cNvPr id="18" name="Text Box 36"/>
          <p:cNvSpPr txBox="1">
            <a:spLocks noChangeArrowheads="1"/>
          </p:cNvSpPr>
          <p:nvPr/>
        </p:nvSpPr>
        <p:spPr bwMode="auto">
          <a:xfrm>
            <a:off x="3400567" y="4343400"/>
            <a:ext cx="5514833"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err="1">
                <a:solidFill>
                  <a:srgbClr val="002060"/>
                </a:solidFill>
                <a:latin typeface="Times New Roman"/>
                <a:cs typeface="Times New Roman"/>
              </a:rPr>
              <a:t>C</a:t>
            </a:r>
            <a:r>
              <a:rPr lang="en-US" sz="2600" dirty="0" err="1" smtClean="0">
                <a:solidFill>
                  <a:srgbClr val="002060"/>
                </a:solidFill>
                <a:latin typeface="Times New Roman"/>
                <a:cs typeface="Times New Roman"/>
              </a:rPr>
              <a:t>hí</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hướng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tìm</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đường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cứu</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nước</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mới</a:t>
            </a:r>
            <a:endParaRPr lang="en-US" sz="2600" dirty="0">
              <a:solidFill>
                <a:srgbClr val="002060"/>
              </a:solidFill>
              <a:latin typeface="Times New Roman"/>
              <a:cs typeface="Times New Roman"/>
            </a:endParaRPr>
          </a:p>
        </p:txBody>
      </p:sp>
      <p:cxnSp>
        <p:nvCxnSpPr>
          <p:cNvPr id="19" name="Straight Arrow Connector 18"/>
          <p:cNvCxnSpPr/>
          <p:nvPr/>
        </p:nvCxnSpPr>
        <p:spPr>
          <a:xfrm>
            <a:off x="2405553" y="4768935"/>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418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par>
                                <p:cTn id="8" presetID="16" presetClass="entr" presetSubtype="21"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arn(inVertical)">
                                      <p:cBhvr>
                                        <p:cTn id="10" dur="500"/>
                                        <p:tgtEl>
                                          <p:spTgt spid="1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barn(inVertical)">
                                      <p:cBhvr>
                                        <p:cTn id="13" dur="500"/>
                                        <p:tgtEl>
                                          <p:spTgt spid="11"/>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barn(inVertical)">
                                      <p:cBhvr>
                                        <p:cTn id="16" dur="500"/>
                                        <p:tgtEl>
                                          <p:spTgt spid="1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barn(inVertical)">
                                      <p:cBhvr>
                                        <p:cTn id="19" dur="500"/>
                                        <p:tgtEl>
                                          <p:spTgt spid="18"/>
                                        </p:tgtEl>
                                      </p:cBhvr>
                                    </p:animEffect>
                                  </p:childTnLst>
                                </p:cTn>
                              </p:par>
                              <p:par>
                                <p:cTn id="20" presetID="16" presetClass="entr" presetSubtype="21"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arn(inVertical)">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1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dirty="0"/>
          </a:p>
        </p:txBody>
      </p:sp>
      <p:sp>
        <p:nvSpPr>
          <p:cNvPr id="6" name="Footer Placeholder 5"/>
          <p:cNvSpPr>
            <a:spLocks noGrp="1"/>
          </p:cNvSpPr>
          <p:nvPr>
            <p:ph type="ftr" sz="quarter" idx="11"/>
          </p:nvPr>
        </p:nvSpPr>
        <p:spPr/>
        <p:txBody>
          <a:bodyPr/>
          <a:lstStyle/>
          <a:p>
            <a:r>
              <a:rPr lang="vi-VN" smtClean="0"/>
              <a:t>301002_Chương 7</a:t>
            </a:r>
            <a:endParaRPr lang="en-US" dirty="0"/>
          </a:p>
        </p:txBody>
      </p:sp>
      <p:sp>
        <p:nvSpPr>
          <p:cNvPr id="7" name="Slide Number Placeholder 6"/>
          <p:cNvSpPr>
            <a:spLocks noGrp="1"/>
          </p:cNvSpPr>
          <p:nvPr>
            <p:ph type="sldNum" sz="quarter" idx="12"/>
          </p:nvPr>
        </p:nvSpPr>
        <p:spPr/>
        <p:txBody>
          <a:bodyPr/>
          <a:lstStyle/>
          <a:p>
            <a:fld id="{A58A153D-734D-405D-8FB4-686C2D8CE407}" type="slidenum">
              <a:rPr lang="en-US" smtClean="0"/>
              <a:pPr/>
              <a:t>36</a:t>
            </a:fld>
            <a:endParaRPr lang="en-US" dirty="0"/>
          </a:p>
        </p:txBody>
      </p:sp>
      <p:sp>
        <p:nvSpPr>
          <p:cNvPr id="10" name="Text Box 36"/>
          <p:cNvSpPr txBox="1">
            <a:spLocks noChangeArrowheads="1"/>
          </p:cNvSpPr>
          <p:nvPr/>
        </p:nvSpPr>
        <p:spPr bwMode="auto">
          <a:xfrm>
            <a:off x="-240235" y="1066800"/>
            <a:ext cx="9689035"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FF0000"/>
                </a:solidFill>
                <a:latin typeface="Times New Roman"/>
                <a:cs typeface="Times New Roman"/>
              </a:rPr>
              <a:t>II. </a:t>
            </a:r>
            <a:r>
              <a:rPr lang="en-US" sz="2600" b="1" dirty="0" err="1" smtClean="0">
                <a:solidFill>
                  <a:srgbClr val="FF0000"/>
                </a:solidFill>
                <a:latin typeface="Times New Roman"/>
                <a:cs typeface="Times New Roman"/>
              </a:rPr>
              <a:t>Quá</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trình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hình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thành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và</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phát</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triển</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tưởng</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Hồ</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Chí</a:t>
            </a:r>
            <a:r>
              <a:rPr lang="en-US" sz="2600" b="1" dirty="0" smtClean="0">
                <a:solidFill>
                  <a:srgbClr val="FF0000"/>
                </a:solidFill>
                <a:latin typeface="Times New Roman"/>
                <a:cs typeface="Times New Roman"/>
              </a:rPr>
              <a:t> Minh</a:t>
            </a:r>
            <a:endParaRPr lang="en-US" sz="2600" b="1" dirty="0">
              <a:solidFill>
                <a:srgbClr val="FF0000"/>
              </a:solidFill>
              <a:latin typeface="Times New Roman"/>
              <a:cs typeface="Times New Roman"/>
            </a:endParaRPr>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1" name="Text Box 36"/>
          <p:cNvSpPr txBox="1">
            <a:spLocks noChangeArrowheads="1"/>
          </p:cNvSpPr>
          <p:nvPr/>
        </p:nvSpPr>
        <p:spPr bwMode="auto">
          <a:xfrm>
            <a:off x="3518866" y="2543511"/>
            <a:ext cx="5192367" cy="216982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dirty="0" err="1" smtClean="0">
                <a:solidFill>
                  <a:srgbClr val="002060"/>
                </a:solidFill>
                <a:latin typeface="Times New Roman"/>
                <a:cs typeface="Times New Roman"/>
              </a:rPr>
              <a:t>Hình</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thành</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tư</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tưởng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cứu</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nước</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giải</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phóng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dân</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tộc</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theo</a:t>
            </a:r>
            <a:r>
              <a:rPr lang="en-US" sz="3000" dirty="0" smtClean="0">
                <a:solidFill>
                  <a:srgbClr val="002060"/>
                </a:solidFill>
                <a:latin typeface="Times New Roman"/>
                <a:cs typeface="Times New Roman"/>
              </a:rPr>
              <a:t> con </a:t>
            </a:r>
            <a:r>
              <a:rPr lang="en-US" sz="3000" dirty="0" err="1" smtClean="0">
                <a:solidFill>
                  <a:srgbClr val="002060"/>
                </a:solidFill>
                <a:latin typeface="Times New Roman"/>
                <a:cs typeface="Times New Roman"/>
              </a:rPr>
              <a:t>đường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cách</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mạng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vô</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sản</a:t>
            </a:r>
            <a:endParaRPr lang="en-US" sz="3000" dirty="0">
              <a:solidFill>
                <a:srgbClr val="002060"/>
              </a:solidFill>
              <a:latin typeface="Times New Roman"/>
              <a:cs typeface="Times New Roman"/>
            </a:endParaRPr>
          </a:p>
        </p:txBody>
      </p:sp>
      <p:sp>
        <p:nvSpPr>
          <p:cNvPr id="23" name="Rectangle 22"/>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
        <p:nvSpPr>
          <p:cNvPr id="17" name="Text Box 36"/>
          <p:cNvSpPr txBox="1">
            <a:spLocks noChangeArrowheads="1"/>
          </p:cNvSpPr>
          <p:nvPr/>
        </p:nvSpPr>
        <p:spPr bwMode="auto">
          <a:xfrm>
            <a:off x="-33130" y="2982093"/>
            <a:ext cx="225287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a:solidFill>
                  <a:srgbClr val="002060"/>
                </a:solidFill>
                <a:latin typeface="Times New Roman"/>
                <a:cs typeface="Times New Roman"/>
              </a:rPr>
              <a:t>2</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Thời</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kỳ</a:t>
            </a:r>
            <a:r>
              <a:rPr lang="en-US" sz="2600" b="1" dirty="0" smtClean="0">
                <a:solidFill>
                  <a:srgbClr val="002060"/>
                </a:solidFill>
                <a:latin typeface="Times New Roman"/>
                <a:cs typeface="Times New Roman"/>
              </a:rPr>
              <a:t> 1911 - 1920</a:t>
            </a:r>
            <a:endParaRPr lang="en-US" sz="2600" b="1" dirty="0">
              <a:solidFill>
                <a:srgbClr val="002060"/>
              </a:solidFill>
              <a:latin typeface="Times New Roman"/>
              <a:cs typeface="Times New Roman"/>
            </a:endParaRPr>
          </a:p>
        </p:txBody>
      </p:sp>
      <p:sp>
        <p:nvSpPr>
          <p:cNvPr id="2" name="Right Arrow 1"/>
          <p:cNvSpPr/>
          <p:nvPr/>
        </p:nvSpPr>
        <p:spPr>
          <a:xfrm>
            <a:off x="2514600" y="3352800"/>
            <a:ext cx="685800" cy="68580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3928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arn(inVertical)">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dirty="0"/>
          </a:p>
        </p:txBody>
      </p:sp>
      <p:sp>
        <p:nvSpPr>
          <p:cNvPr id="6" name="Footer Placeholder 5"/>
          <p:cNvSpPr>
            <a:spLocks noGrp="1"/>
          </p:cNvSpPr>
          <p:nvPr>
            <p:ph type="ftr" sz="quarter" idx="11"/>
          </p:nvPr>
        </p:nvSpPr>
        <p:spPr/>
        <p:txBody>
          <a:bodyPr/>
          <a:lstStyle/>
          <a:p>
            <a:r>
              <a:rPr lang="vi-VN" smtClean="0"/>
              <a:t>301002_Chương 7</a:t>
            </a:r>
            <a:endParaRPr lang="en-US" dirty="0"/>
          </a:p>
        </p:txBody>
      </p:sp>
      <p:sp>
        <p:nvSpPr>
          <p:cNvPr id="7" name="Slide Number Placeholder 6"/>
          <p:cNvSpPr>
            <a:spLocks noGrp="1"/>
          </p:cNvSpPr>
          <p:nvPr>
            <p:ph type="sldNum" sz="quarter" idx="12"/>
          </p:nvPr>
        </p:nvSpPr>
        <p:spPr/>
        <p:txBody>
          <a:bodyPr/>
          <a:lstStyle/>
          <a:p>
            <a:fld id="{A58A153D-734D-405D-8FB4-686C2D8CE407}" type="slidenum">
              <a:rPr lang="en-US" smtClean="0"/>
              <a:pPr/>
              <a:t>37</a:t>
            </a:fld>
            <a:endParaRPr lang="en-US" dirty="0"/>
          </a:p>
        </p:txBody>
      </p:sp>
      <p:sp>
        <p:nvSpPr>
          <p:cNvPr id="10" name="Text Box 36"/>
          <p:cNvSpPr txBox="1">
            <a:spLocks noChangeArrowheads="1"/>
          </p:cNvSpPr>
          <p:nvPr/>
        </p:nvSpPr>
        <p:spPr bwMode="auto">
          <a:xfrm>
            <a:off x="-240235" y="1066800"/>
            <a:ext cx="9689035"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FF0000"/>
                </a:solidFill>
                <a:latin typeface="Times New Roman"/>
                <a:cs typeface="Times New Roman"/>
              </a:rPr>
              <a:t>II. </a:t>
            </a:r>
            <a:r>
              <a:rPr lang="en-US" sz="2600" b="1" dirty="0" err="1" smtClean="0">
                <a:solidFill>
                  <a:srgbClr val="FF0000"/>
                </a:solidFill>
                <a:latin typeface="Times New Roman"/>
                <a:cs typeface="Times New Roman"/>
              </a:rPr>
              <a:t>Quá</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trình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hình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thành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và</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phát</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triển</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tưởng</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Hồ</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Chí</a:t>
            </a:r>
            <a:r>
              <a:rPr lang="en-US" sz="2600" b="1" dirty="0" smtClean="0">
                <a:solidFill>
                  <a:srgbClr val="FF0000"/>
                </a:solidFill>
                <a:latin typeface="Times New Roman"/>
                <a:cs typeface="Times New Roman"/>
              </a:rPr>
              <a:t> Minh</a:t>
            </a:r>
            <a:endParaRPr lang="en-US" sz="2600" b="1" dirty="0">
              <a:solidFill>
                <a:srgbClr val="FF0000"/>
              </a:solidFill>
              <a:latin typeface="Times New Roman"/>
              <a:cs typeface="Times New Roman"/>
            </a:endParaRPr>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1" name="Text Box 36"/>
          <p:cNvSpPr txBox="1">
            <a:spLocks noChangeArrowheads="1"/>
          </p:cNvSpPr>
          <p:nvPr/>
        </p:nvSpPr>
        <p:spPr bwMode="auto">
          <a:xfrm>
            <a:off x="3518866" y="2554575"/>
            <a:ext cx="5472734" cy="216982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dirty="0" err="1" smtClean="0">
                <a:solidFill>
                  <a:srgbClr val="002060"/>
                </a:solidFill>
                <a:latin typeface="Times New Roman"/>
                <a:cs typeface="Times New Roman"/>
              </a:rPr>
              <a:t>Hình</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thành</a:t>
            </a:r>
            <a:r>
              <a:rPr lang="en-US" sz="3000" dirty="0" smtClean="0">
                <a:solidFill>
                  <a:srgbClr val="002060"/>
                </a:solidFill>
                <a:latin typeface="Times New Roman"/>
                <a:cs typeface="Times New Roman"/>
              </a:rPr>
              <a:t> </a:t>
            </a:r>
          </a:p>
          <a:p>
            <a:pPr algn="ctr">
              <a:lnSpc>
                <a:spcPct val="150000"/>
              </a:lnSpc>
            </a:pPr>
            <a:r>
              <a:rPr lang="en-US" sz="3000" dirty="0" err="1" smtClean="0">
                <a:solidFill>
                  <a:srgbClr val="002060"/>
                </a:solidFill>
                <a:latin typeface="Times New Roman"/>
                <a:cs typeface="Times New Roman"/>
              </a:rPr>
              <a:t>những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nội</a:t>
            </a:r>
            <a:r>
              <a:rPr lang="en-US" sz="3000" dirty="0" smtClean="0">
                <a:solidFill>
                  <a:srgbClr val="002060"/>
                </a:solidFill>
                <a:latin typeface="Times New Roman"/>
                <a:cs typeface="Times New Roman"/>
              </a:rPr>
              <a:t> dung </a:t>
            </a:r>
            <a:r>
              <a:rPr lang="en-US" sz="3000" dirty="0" err="1" smtClean="0">
                <a:solidFill>
                  <a:srgbClr val="002060"/>
                </a:solidFill>
                <a:latin typeface="Times New Roman"/>
                <a:cs typeface="Times New Roman"/>
              </a:rPr>
              <a:t>cơ</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bản</a:t>
            </a:r>
            <a:endParaRPr lang="en-US" sz="3000" dirty="0" smtClean="0">
              <a:solidFill>
                <a:srgbClr val="002060"/>
              </a:solidFill>
              <a:latin typeface="Times New Roman"/>
              <a:cs typeface="Times New Roman"/>
            </a:endParaRPr>
          </a:p>
          <a:p>
            <a:pPr algn="ctr">
              <a:lnSpc>
                <a:spcPct val="150000"/>
              </a:lnSpc>
            </a:pP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tư</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tưởng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về</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cách</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mạng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Việt</a:t>
            </a:r>
            <a:r>
              <a:rPr lang="en-US" sz="3000" dirty="0" smtClean="0">
                <a:solidFill>
                  <a:srgbClr val="002060"/>
                </a:solidFill>
                <a:latin typeface="Times New Roman"/>
                <a:cs typeface="Times New Roman"/>
              </a:rPr>
              <a:t> Nam</a:t>
            </a:r>
            <a:endParaRPr lang="en-US" sz="3000" dirty="0">
              <a:solidFill>
                <a:srgbClr val="002060"/>
              </a:solidFill>
              <a:latin typeface="Times New Roman"/>
              <a:cs typeface="Times New Roman"/>
            </a:endParaRPr>
          </a:p>
        </p:txBody>
      </p:sp>
      <p:sp>
        <p:nvSpPr>
          <p:cNvPr id="23" name="Rectangle 22"/>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
        <p:nvSpPr>
          <p:cNvPr id="17" name="Text Box 36"/>
          <p:cNvSpPr txBox="1">
            <a:spLocks noChangeArrowheads="1"/>
          </p:cNvSpPr>
          <p:nvPr/>
        </p:nvSpPr>
        <p:spPr bwMode="auto">
          <a:xfrm>
            <a:off x="-33130" y="2982093"/>
            <a:ext cx="225287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002060"/>
                </a:solidFill>
                <a:latin typeface="Times New Roman"/>
                <a:cs typeface="Times New Roman"/>
              </a:rPr>
              <a:t>3. </a:t>
            </a:r>
            <a:r>
              <a:rPr lang="en-US" sz="2600" b="1" dirty="0" err="1" smtClean="0">
                <a:solidFill>
                  <a:srgbClr val="002060"/>
                </a:solidFill>
                <a:latin typeface="Times New Roman"/>
                <a:cs typeface="Times New Roman"/>
              </a:rPr>
              <a:t>Thời</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kỳ</a:t>
            </a:r>
            <a:r>
              <a:rPr lang="en-US" sz="2600" b="1" dirty="0" smtClean="0">
                <a:solidFill>
                  <a:srgbClr val="002060"/>
                </a:solidFill>
                <a:latin typeface="Times New Roman"/>
                <a:cs typeface="Times New Roman"/>
              </a:rPr>
              <a:t> 1920 - 1930</a:t>
            </a:r>
            <a:endParaRPr lang="en-US" sz="2600" b="1" dirty="0">
              <a:solidFill>
                <a:srgbClr val="002060"/>
              </a:solidFill>
              <a:latin typeface="Times New Roman"/>
              <a:cs typeface="Times New Roman"/>
            </a:endParaRPr>
          </a:p>
        </p:txBody>
      </p:sp>
      <p:sp>
        <p:nvSpPr>
          <p:cNvPr id="2" name="Right Arrow 1"/>
          <p:cNvSpPr/>
          <p:nvPr/>
        </p:nvSpPr>
        <p:spPr>
          <a:xfrm>
            <a:off x="2514600" y="3352800"/>
            <a:ext cx="685800" cy="68580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9855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arn(inVertical)">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dirty="0"/>
          </a:p>
        </p:txBody>
      </p:sp>
      <p:sp>
        <p:nvSpPr>
          <p:cNvPr id="6" name="Footer Placeholder 5"/>
          <p:cNvSpPr>
            <a:spLocks noGrp="1"/>
          </p:cNvSpPr>
          <p:nvPr>
            <p:ph type="ftr" sz="quarter" idx="11"/>
          </p:nvPr>
        </p:nvSpPr>
        <p:spPr/>
        <p:txBody>
          <a:bodyPr/>
          <a:lstStyle/>
          <a:p>
            <a:r>
              <a:rPr lang="vi-VN" smtClean="0"/>
              <a:t>301002_Chương 7</a:t>
            </a:r>
            <a:endParaRPr lang="en-US" dirty="0"/>
          </a:p>
        </p:txBody>
      </p:sp>
      <p:sp>
        <p:nvSpPr>
          <p:cNvPr id="7" name="Slide Number Placeholder 6"/>
          <p:cNvSpPr>
            <a:spLocks noGrp="1"/>
          </p:cNvSpPr>
          <p:nvPr>
            <p:ph type="sldNum" sz="quarter" idx="12"/>
          </p:nvPr>
        </p:nvSpPr>
        <p:spPr/>
        <p:txBody>
          <a:bodyPr/>
          <a:lstStyle/>
          <a:p>
            <a:fld id="{A58A153D-734D-405D-8FB4-686C2D8CE407}" type="slidenum">
              <a:rPr lang="en-US" smtClean="0"/>
              <a:pPr/>
              <a:t>38</a:t>
            </a:fld>
            <a:endParaRPr lang="en-US" dirty="0"/>
          </a:p>
        </p:txBody>
      </p:sp>
      <p:sp>
        <p:nvSpPr>
          <p:cNvPr id="10" name="Text Box 36"/>
          <p:cNvSpPr txBox="1">
            <a:spLocks noChangeArrowheads="1"/>
          </p:cNvSpPr>
          <p:nvPr/>
        </p:nvSpPr>
        <p:spPr bwMode="auto">
          <a:xfrm>
            <a:off x="-240235" y="1066800"/>
            <a:ext cx="9689035"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FF0000"/>
                </a:solidFill>
                <a:latin typeface="Times New Roman"/>
                <a:cs typeface="Times New Roman"/>
              </a:rPr>
              <a:t>II. </a:t>
            </a:r>
            <a:r>
              <a:rPr lang="en-US" sz="2600" b="1" dirty="0" err="1" smtClean="0">
                <a:solidFill>
                  <a:srgbClr val="FF0000"/>
                </a:solidFill>
                <a:latin typeface="Times New Roman"/>
                <a:cs typeface="Times New Roman"/>
              </a:rPr>
              <a:t>Quá</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trình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hình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thành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và</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phát</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triển</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tưởng</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Hồ</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Chí</a:t>
            </a:r>
            <a:r>
              <a:rPr lang="en-US" sz="2600" b="1" dirty="0" smtClean="0">
                <a:solidFill>
                  <a:srgbClr val="FF0000"/>
                </a:solidFill>
                <a:latin typeface="Times New Roman"/>
                <a:cs typeface="Times New Roman"/>
              </a:rPr>
              <a:t> Minh</a:t>
            </a:r>
            <a:endParaRPr lang="en-US" sz="2600" b="1" dirty="0">
              <a:solidFill>
                <a:srgbClr val="FF0000"/>
              </a:solidFill>
              <a:latin typeface="Times New Roman"/>
              <a:cs typeface="Times New Roman"/>
            </a:endParaRPr>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1" name="Text Box 36"/>
          <p:cNvSpPr txBox="1">
            <a:spLocks noChangeArrowheads="1"/>
          </p:cNvSpPr>
          <p:nvPr/>
        </p:nvSpPr>
        <p:spPr bwMode="auto">
          <a:xfrm>
            <a:off x="3429000" y="2667000"/>
            <a:ext cx="5715000" cy="2169825"/>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dirty="0" err="1" smtClean="0">
                <a:solidFill>
                  <a:srgbClr val="002060"/>
                </a:solidFill>
                <a:latin typeface="Times New Roman"/>
                <a:cs typeface="Times New Roman"/>
              </a:rPr>
              <a:t>Vượt</a:t>
            </a:r>
            <a:r>
              <a:rPr lang="en-US" sz="3000" dirty="0" smtClean="0">
                <a:solidFill>
                  <a:srgbClr val="002060"/>
                </a:solidFill>
                <a:latin typeface="Times New Roman"/>
                <a:cs typeface="Times New Roman"/>
              </a:rPr>
              <a:t> qua </a:t>
            </a:r>
            <a:r>
              <a:rPr lang="en-US" sz="3000" dirty="0" err="1" smtClean="0">
                <a:solidFill>
                  <a:srgbClr val="002060"/>
                </a:solidFill>
                <a:latin typeface="Times New Roman"/>
                <a:cs typeface="Times New Roman"/>
              </a:rPr>
              <a:t>thử</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thách</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giữ</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vững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đường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lối</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phương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pháp</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cách</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mạng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Việt</a:t>
            </a:r>
            <a:r>
              <a:rPr lang="en-US" sz="3000" dirty="0" smtClean="0">
                <a:solidFill>
                  <a:srgbClr val="002060"/>
                </a:solidFill>
                <a:latin typeface="Times New Roman"/>
                <a:cs typeface="Times New Roman"/>
              </a:rPr>
              <a:t> Nam </a:t>
            </a:r>
            <a:r>
              <a:rPr lang="en-US" sz="3000" dirty="0" err="1" smtClean="0">
                <a:solidFill>
                  <a:srgbClr val="002060"/>
                </a:solidFill>
                <a:latin typeface="Times New Roman"/>
                <a:cs typeface="Times New Roman"/>
              </a:rPr>
              <a:t>đúng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đắn</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sáng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tạo</a:t>
            </a:r>
            <a:r>
              <a:rPr lang="en-US" sz="3000" dirty="0" smtClean="0">
                <a:solidFill>
                  <a:srgbClr val="002060"/>
                </a:solidFill>
                <a:latin typeface="Times New Roman"/>
                <a:cs typeface="Times New Roman"/>
              </a:rPr>
              <a:t>.</a:t>
            </a:r>
            <a:endParaRPr lang="en-US" sz="3000" dirty="0">
              <a:solidFill>
                <a:srgbClr val="002060"/>
              </a:solidFill>
              <a:latin typeface="Times New Roman"/>
              <a:cs typeface="Times New Roman"/>
            </a:endParaRPr>
          </a:p>
        </p:txBody>
      </p:sp>
      <p:sp>
        <p:nvSpPr>
          <p:cNvPr id="23" name="Rectangle 22"/>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
        <p:nvSpPr>
          <p:cNvPr id="17" name="Text Box 36"/>
          <p:cNvSpPr txBox="1">
            <a:spLocks noChangeArrowheads="1"/>
          </p:cNvSpPr>
          <p:nvPr/>
        </p:nvSpPr>
        <p:spPr bwMode="auto">
          <a:xfrm>
            <a:off x="-33130" y="2982093"/>
            <a:ext cx="225287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002060"/>
                </a:solidFill>
                <a:latin typeface="Times New Roman"/>
                <a:cs typeface="Times New Roman"/>
              </a:rPr>
              <a:t>4. </a:t>
            </a:r>
            <a:r>
              <a:rPr lang="en-US" sz="2600" b="1" dirty="0" err="1" smtClean="0">
                <a:solidFill>
                  <a:srgbClr val="002060"/>
                </a:solidFill>
                <a:latin typeface="Times New Roman"/>
                <a:cs typeface="Times New Roman"/>
              </a:rPr>
              <a:t>Thời</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kỳ</a:t>
            </a:r>
            <a:r>
              <a:rPr lang="en-US" sz="2600" b="1" dirty="0" smtClean="0">
                <a:solidFill>
                  <a:srgbClr val="002060"/>
                </a:solidFill>
                <a:latin typeface="Times New Roman"/>
                <a:cs typeface="Times New Roman"/>
              </a:rPr>
              <a:t> 1930 - 1941</a:t>
            </a:r>
            <a:endParaRPr lang="en-US" sz="2600" b="1" dirty="0">
              <a:solidFill>
                <a:srgbClr val="002060"/>
              </a:solidFill>
              <a:latin typeface="Times New Roman"/>
              <a:cs typeface="Times New Roman"/>
            </a:endParaRPr>
          </a:p>
        </p:txBody>
      </p:sp>
      <p:sp>
        <p:nvSpPr>
          <p:cNvPr id="2" name="Right Arrow 1"/>
          <p:cNvSpPr/>
          <p:nvPr/>
        </p:nvSpPr>
        <p:spPr>
          <a:xfrm>
            <a:off x="2514600" y="3352800"/>
            <a:ext cx="685800" cy="68580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823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arn(inVertical)">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dirty="0"/>
          </a:p>
        </p:txBody>
      </p:sp>
      <p:sp>
        <p:nvSpPr>
          <p:cNvPr id="6" name="Footer Placeholder 5"/>
          <p:cNvSpPr>
            <a:spLocks noGrp="1"/>
          </p:cNvSpPr>
          <p:nvPr>
            <p:ph type="ftr" sz="quarter" idx="11"/>
          </p:nvPr>
        </p:nvSpPr>
        <p:spPr/>
        <p:txBody>
          <a:bodyPr/>
          <a:lstStyle/>
          <a:p>
            <a:r>
              <a:rPr lang="vi-VN" smtClean="0"/>
              <a:t>301002_Chương 7</a:t>
            </a:r>
            <a:endParaRPr lang="en-US" dirty="0"/>
          </a:p>
        </p:txBody>
      </p:sp>
      <p:sp>
        <p:nvSpPr>
          <p:cNvPr id="7" name="Slide Number Placeholder 6"/>
          <p:cNvSpPr>
            <a:spLocks noGrp="1"/>
          </p:cNvSpPr>
          <p:nvPr>
            <p:ph type="sldNum" sz="quarter" idx="12"/>
          </p:nvPr>
        </p:nvSpPr>
        <p:spPr/>
        <p:txBody>
          <a:bodyPr/>
          <a:lstStyle/>
          <a:p>
            <a:fld id="{A58A153D-734D-405D-8FB4-686C2D8CE407}" type="slidenum">
              <a:rPr lang="en-US" smtClean="0"/>
              <a:pPr/>
              <a:t>39</a:t>
            </a:fld>
            <a:endParaRPr lang="en-US" dirty="0"/>
          </a:p>
        </p:txBody>
      </p:sp>
      <p:sp>
        <p:nvSpPr>
          <p:cNvPr id="10" name="Text Box 36"/>
          <p:cNvSpPr txBox="1">
            <a:spLocks noChangeArrowheads="1"/>
          </p:cNvSpPr>
          <p:nvPr/>
        </p:nvSpPr>
        <p:spPr bwMode="auto">
          <a:xfrm>
            <a:off x="-240235" y="1066800"/>
            <a:ext cx="9689035"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FF0000"/>
                </a:solidFill>
                <a:latin typeface="Times New Roman"/>
                <a:cs typeface="Times New Roman"/>
              </a:rPr>
              <a:t>II. </a:t>
            </a:r>
            <a:r>
              <a:rPr lang="en-US" sz="2600" b="1" dirty="0" err="1" smtClean="0">
                <a:solidFill>
                  <a:srgbClr val="FF0000"/>
                </a:solidFill>
                <a:latin typeface="Times New Roman"/>
                <a:cs typeface="Times New Roman"/>
              </a:rPr>
              <a:t>Quá</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trình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hình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thành</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và</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phát</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triển</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tưởng</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Hồ</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Chí</a:t>
            </a:r>
            <a:r>
              <a:rPr lang="en-US" sz="2600" b="1" dirty="0" smtClean="0">
                <a:solidFill>
                  <a:srgbClr val="FF0000"/>
                </a:solidFill>
                <a:latin typeface="Times New Roman"/>
                <a:cs typeface="Times New Roman"/>
              </a:rPr>
              <a:t> Minh</a:t>
            </a:r>
            <a:endParaRPr lang="en-US" sz="2600" b="1" dirty="0">
              <a:solidFill>
                <a:srgbClr val="FF0000"/>
              </a:solidFill>
              <a:latin typeface="Times New Roman"/>
              <a:cs typeface="Times New Roman"/>
            </a:endParaRPr>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1" name="Text Box 36"/>
          <p:cNvSpPr txBox="1">
            <a:spLocks noChangeArrowheads="1"/>
          </p:cNvSpPr>
          <p:nvPr/>
        </p:nvSpPr>
        <p:spPr bwMode="auto">
          <a:xfrm>
            <a:off x="3429000" y="2667000"/>
            <a:ext cx="5715000" cy="286232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000" dirty="0" err="1" smtClean="0">
                <a:solidFill>
                  <a:srgbClr val="002060"/>
                </a:solidFill>
                <a:latin typeface="Times New Roman"/>
                <a:cs typeface="Times New Roman"/>
              </a:rPr>
              <a:t>Tư</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tưởng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Hồ</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Chí</a:t>
            </a:r>
            <a:r>
              <a:rPr lang="en-US" sz="3000" dirty="0" smtClean="0">
                <a:solidFill>
                  <a:srgbClr val="002060"/>
                </a:solidFill>
                <a:latin typeface="Times New Roman"/>
                <a:cs typeface="Times New Roman"/>
              </a:rPr>
              <a:t> Minh                               </a:t>
            </a:r>
            <a:r>
              <a:rPr lang="en-US" sz="3000" dirty="0" err="1" smtClean="0">
                <a:solidFill>
                  <a:srgbClr val="002060"/>
                </a:solidFill>
                <a:latin typeface="Times New Roman"/>
                <a:cs typeface="Times New Roman"/>
              </a:rPr>
              <a:t>tiếp</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tục</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phát</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triển</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soi</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đường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cho</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sự</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nghiệp</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cách</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mạng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của</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Đảng</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và</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Nhân</a:t>
            </a:r>
            <a:r>
              <a:rPr lang="en-US" sz="3000" dirty="0" smtClean="0">
                <a:solidFill>
                  <a:srgbClr val="002060"/>
                </a:solidFill>
                <a:latin typeface="Times New Roman"/>
                <a:cs typeface="Times New Roman"/>
              </a:rPr>
              <a:t> </a:t>
            </a:r>
            <a:r>
              <a:rPr lang="en-US" sz="3000" dirty="0" err="1" smtClean="0">
                <a:solidFill>
                  <a:srgbClr val="002060"/>
                </a:solidFill>
                <a:latin typeface="Times New Roman"/>
                <a:cs typeface="Times New Roman"/>
              </a:rPr>
              <a:t>dân</a:t>
            </a:r>
            <a:r>
              <a:rPr lang="en-US" sz="3000" dirty="0" smtClean="0">
                <a:solidFill>
                  <a:srgbClr val="002060"/>
                </a:solidFill>
                <a:latin typeface="Times New Roman"/>
                <a:cs typeface="Times New Roman"/>
              </a:rPr>
              <a:t> ta.</a:t>
            </a:r>
            <a:endParaRPr lang="en-US" sz="3000" dirty="0">
              <a:solidFill>
                <a:srgbClr val="002060"/>
              </a:solidFill>
              <a:latin typeface="Times New Roman"/>
              <a:cs typeface="Times New Roman"/>
            </a:endParaRPr>
          </a:p>
        </p:txBody>
      </p:sp>
      <p:sp>
        <p:nvSpPr>
          <p:cNvPr id="23" name="Rectangle 22"/>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
        <p:nvSpPr>
          <p:cNvPr id="17" name="Text Box 36"/>
          <p:cNvSpPr txBox="1">
            <a:spLocks noChangeArrowheads="1"/>
          </p:cNvSpPr>
          <p:nvPr/>
        </p:nvSpPr>
        <p:spPr bwMode="auto">
          <a:xfrm>
            <a:off x="-33130" y="2982093"/>
            <a:ext cx="225287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002060"/>
                </a:solidFill>
                <a:latin typeface="Times New Roman"/>
                <a:cs typeface="Times New Roman"/>
              </a:rPr>
              <a:t>4. </a:t>
            </a:r>
            <a:r>
              <a:rPr lang="en-US" sz="2600" b="1" dirty="0" err="1" smtClean="0">
                <a:solidFill>
                  <a:srgbClr val="002060"/>
                </a:solidFill>
                <a:latin typeface="Times New Roman"/>
                <a:cs typeface="Times New Roman"/>
              </a:rPr>
              <a:t>Thời</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kỳ</a:t>
            </a:r>
            <a:r>
              <a:rPr lang="en-US" sz="2600" b="1" dirty="0" smtClean="0">
                <a:solidFill>
                  <a:srgbClr val="002060"/>
                </a:solidFill>
                <a:latin typeface="Times New Roman"/>
                <a:cs typeface="Times New Roman"/>
              </a:rPr>
              <a:t> 1941 - 1969</a:t>
            </a:r>
            <a:endParaRPr lang="en-US" sz="2600" b="1" dirty="0">
              <a:solidFill>
                <a:srgbClr val="002060"/>
              </a:solidFill>
              <a:latin typeface="Times New Roman"/>
              <a:cs typeface="Times New Roman"/>
            </a:endParaRPr>
          </a:p>
        </p:txBody>
      </p:sp>
      <p:sp>
        <p:nvSpPr>
          <p:cNvPr id="2" name="Right Arrow 1"/>
          <p:cNvSpPr/>
          <p:nvPr/>
        </p:nvSpPr>
        <p:spPr>
          <a:xfrm>
            <a:off x="2514600" y="3352800"/>
            <a:ext cx="685800" cy="685800"/>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8810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arn(inVertical)">
                                      <p:cBhvr>
                                        <p:cTn id="1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dirty="0"/>
          </a:p>
        </p:txBody>
      </p:sp>
      <p:sp>
        <p:nvSpPr>
          <p:cNvPr id="6" name="Footer Placeholder 5"/>
          <p:cNvSpPr>
            <a:spLocks noGrp="1"/>
          </p:cNvSpPr>
          <p:nvPr>
            <p:ph type="ftr" sz="quarter" idx="11"/>
          </p:nvPr>
        </p:nvSpPr>
        <p:spPr/>
        <p:txBody>
          <a:bodyPr/>
          <a:lstStyle/>
          <a:p>
            <a:r>
              <a:rPr lang="vi-VN" smtClean="0"/>
              <a:t>301002_Chương 7</a:t>
            </a:r>
            <a:endParaRPr lang="en-US" dirty="0"/>
          </a:p>
        </p:txBody>
      </p:sp>
      <p:sp>
        <p:nvSpPr>
          <p:cNvPr id="7" name="Slide Number Placeholder 6"/>
          <p:cNvSpPr>
            <a:spLocks noGrp="1"/>
          </p:cNvSpPr>
          <p:nvPr>
            <p:ph type="sldNum" sz="quarter" idx="12"/>
          </p:nvPr>
        </p:nvSpPr>
        <p:spPr/>
        <p:txBody>
          <a:bodyPr/>
          <a:lstStyle/>
          <a:p>
            <a:fld id="{A58A153D-734D-405D-8FB4-686C2D8CE407}" type="slidenum">
              <a:rPr lang="en-US" smtClean="0"/>
              <a:pPr/>
              <a:t>40</a:t>
            </a:fld>
            <a:endParaRPr lang="en-US" dirty="0"/>
          </a:p>
        </p:txBody>
      </p:sp>
      <p:sp>
        <p:nvSpPr>
          <p:cNvPr id="10" name="Text Box 36"/>
          <p:cNvSpPr txBox="1">
            <a:spLocks noChangeArrowheads="1"/>
          </p:cNvSpPr>
          <p:nvPr/>
        </p:nvSpPr>
        <p:spPr bwMode="auto">
          <a:xfrm>
            <a:off x="-76201" y="2362200"/>
            <a:ext cx="2819401" cy="2308324"/>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3200" b="1" dirty="0" smtClean="0">
                <a:solidFill>
                  <a:srgbClr val="FF0000"/>
                </a:solidFill>
                <a:latin typeface="Times New Roman"/>
                <a:cs typeface="Times New Roman"/>
              </a:rPr>
              <a:t>III. </a:t>
            </a:r>
            <a:r>
              <a:rPr lang="en-US" sz="3200" b="1" dirty="0" err="1" smtClean="0">
                <a:solidFill>
                  <a:srgbClr val="FF0000"/>
                </a:solidFill>
                <a:latin typeface="Times New Roman"/>
                <a:cs typeface="Times New Roman"/>
              </a:rPr>
              <a:t>Giá</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trị</a:t>
            </a:r>
            <a:r>
              <a:rPr lang="en-US" sz="3200" b="1" dirty="0" smtClean="0">
                <a:solidFill>
                  <a:srgbClr val="FF0000"/>
                </a:solidFill>
                <a:latin typeface="Times New Roman"/>
                <a:cs typeface="Times New Roman"/>
              </a:rPr>
              <a:t> </a:t>
            </a:r>
          </a:p>
          <a:p>
            <a:pPr algn="ctr">
              <a:lnSpc>
                <a:spcPct val="150000"/>
              </a:lnSpc>
            </a:pPr>
            <a:r>
              <a:rPr lang="en-US" sz="3200" b="1" dirty="0" err="1">
                <a:solidFill>
                  <a:srgbClr val="FF0000"/>
                </a:solidFill>
                <a:latin typeface="Times New Roman"/>
                <a:cs typeface="Times New Roman"/>
              </a:rPr>
              <a:t>t</a:t>
            </a:r>
            <a:r>
              <a:rPr lang="en-US" sz="3200" b="1" dirty="0" err="1" smtClean="0">
                <a:solidFill>
                  <a:srgbClr val="FF0000"/>
                </a:solidFill>
                <a:latin typeface="Times New Roman"/>
                <a:cs typeface="Times New Roman"/>
              </a:rPr>
              <a:t>ư</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tưởng</a:t>
            </a:r>
            <a:r>
              <a:rPr lang="en-US" sz="3200" b="1" dirty="0" smtClean="0">
                <a:solidFill>
                  <a:srgbClr val="FF0000"/>
                </a:solidFill>
                <a:latin typeface="Times New Roman"/>
                <a:cs typeface="Times New Roman"/>
              </a:rPr>
              <a:t> </a:t>
            </a:r>
          </a:p>
          <a:p>
            <a:pPr algn="ctr">
              <a:lnSpc>
                <a:spcPct val="150000"/>
              </a:lnSpc>
            </a:pPr>
            <a:r>
              <a:rPr lang="en-US" sz="3200" b="1" dirty="0" err="1" smtClean="0">
                <a:solidFill>
                  <a:srgbClr val="FF0000"/>
                </a:solidFill>
                <a:latin typeface="Times New Roman"/>
                <a:cs typeface="Times New Roman"/>
              </a:rPr>
              <a:t>Hồ</a:t>
            </a:r>
            <a:r>
              <a:rPr lang="en-US" sz="3200" b="1" dirty="0" smtClean="0">
                <a:solidFill>
                  <a:srgbClr val="FF0000"/>
                </a:solidFill>
                <a:latin typeface="Times New Roman"/>
                <a:cs typeface="Times New Roman"/>
              </a:rPr>
              <a:t> </a:t>
            </a:r>
            <a:r>
              <a:rPr lang="en-US" sz="3200" b="1" dirty="0" err="1" smtClean="0">
                <a:solidFill>
                  <a:srgbClr val="FF0000"/>
                </a:solidFill>
                <a:latin typeface="Times New Roman"/>
                <a:cs typeface="Times New Roman"/>
              </a:rPr>
              <a:t>Chí</a:t>
            </a:r>
            <a:r>
              <a:rPr lang="en-US" sz="3200" b="1" dirty="0" smtClean="0">
                <a:solidFill>
                  <a:srgbClr val="FF0000"/>
                </a:solidFill>
                <a:latin typeface="Times New Roman"/>
                <a:cs typeface="Times New Roman"/>
              </a:rPr>
              <a:t> Minh</a:t>
            </a:r>
            <a:endParaRPr lang="en-US" sz="3200" b="1" dirty="0">
              <a:solidFill>
                <a:srgbClr val="FF0000"/>
              </a:solidFill>
              <a:latin typeface="Times New Roman"/>
              <a:cs typeface="Times New Roman"/>
            </a:endParaRPr>
          </a:p>
        </p:txBody>
      </p:sp>
      <p:sp>
        <p:nvSpPr>
          <p:cNvPr id="11" name="Text Box 36"/>
          <p:cNvSpPr txBox="1">
            <a:spLocks noChangeArrowheads="1"/>
          </p:cNvSpPr>
          <p:nvPr/>
        </p:nvSpPr>
        <p:spPr bwMode="auto">
          <a:xfrm>
            <a:off x="3886200" y="1741581"/>
            <a:ext cx="4572000"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smtClean="0">
                <a:solidFill>
                  <a:srgbClr val="002060"/>
                </a:solidFill>
                <a:latin typeface="Times New Roman"/>
                <a:cs typeface="Times New Roman"/>
              </a:rPr>
              <a:t>1. </a:t>
            </a:r>
            <a:r>
              <a:rPr lang="en-US" sz="2600" dirty="0" err="1" smtClean="0">
                <a:solidFill>
                  <a:srgbClr val="002060"/>
                </a:solidFill>
                <a:latin typeface="Times New Roman"/>
                <a:cs typeface="Times New Roman"/>
              </a:rPr>
              <a:t>Đối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với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cách</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mạng</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Việt</a:t>
            </a:r>
            <a:r>
              <a:rPr lang="en-US" sz="2600" dirty="0" smtClean="0">
                <a:solidFill>
                  <a:srgbClr val="002060"/>
                </a:solidFill>
                <a:latin typeface="Times New Roman"/>
                <a:cs typeface="Times New Roman"/>
              </a:rPr>
              <a:t> Nam</a:t>
            </a:r>
            <a:endParaRPr lang="en-US" sz="2600" dirty="0">
              <a:solidFill>
                <a:srgbClr val="002060"/>
              </a:solidFill>
              <a:latin typeface="Times New Roman"/>
              <a:cs typeface="Times New Roman"/>
            </a:endParaRPr>
          </a:p>
        </p:txBody>
      </p:sp>
      <p:cxnSp>
        <p:nvCxnSpPr>
          <p:cNvPr id="14" name="Straight Connector 13"/>
          <p:cNvCxnSpPr/>
          <p:nvPr/>
        </p:nvCxnSpPr>
        <p:spPr>
          <a:xfrm>
            <a:off x="2555389" y="3505200"/>
            <a:ext cx="468052"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015153" y="2133600"/>
            <a:ext cx="18015" cy="26670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971800" y="215163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3017933" y="479123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9" name="Text Box 36"/>
          <p:cNvSpPr txBox="1">
            <a:spLocks noChangeArrowheads="1"/>
          </p:cNvSpPr>
          <p:nvPr/>
        </p:nvSpPr>
        <p:spPr bwMode="auto">
          <a:xfrm>
            <a:off x="4038600" y="4114800"/>
            <a:ext cx="3810000" cy="1292662"/>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dirty="0" smtClean="0">
                <a:solidFill>
                  <a:srgbClr val="002060"/>
                </a:solidFill>
                <a:latin typeface="Times New Roman"/>
                <a:cs typeface="Times New Roman"/>
              </a:rPr>
              <a:t>2. </a:t>
            </a:r>
            <a:r>
              <a:rPr lang="en-US" sz="2600" dirty="0" err="1" smtClean="0">
                <a:solidFill>
                  <a:srgbClr val="002060"/>
                </a:solidFill>
                <a:latin typeface="Times New Roman"/>
                <a:cs typeface="Times New Roman"/>
              </a:rPr>
              <a:t>Đối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với</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sự</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phát</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triển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tiến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bộ</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của</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nhân</a:t>
            </a:r>
            <a:r>
              <a:rPr lang="en-US" sz="2600" dirty="0" smtClean="0">
                <a:solidFill>
                  <a:srgbClr val="002060"/>
                </a:solidFill>
                <a:latin typeface="Times New Roman"/>
                <a:cs typeface="Times New Roman"/>
              </a:rPr>
              <a:t> </a:t>
            </a:r>
            <a:r>
              <a:rPr lang="en-US" sz="2600" dirty="0" err="1" smtClean="0">
                <a:solidFill>
                  <a:srgbClr val="002060"/>
                </a:solidFill>
                <a:latin typeface="Times New Roman"/>
                <a:cs typeface="Times New Roman"/>
              </a:rPr>
              <a:t>loại</a:t>
            </a:r>
            <a:endParaRPr lang="en-US" sz="2600" dirty="0">
              <a:solidFill>
                <a:srgbClr val="002060"/>
              </a:solidFill>
              <a:latin typeface="Times New Roman"/>
              <a:cs typeface="Times New Roman"/>
            </a:endParaRPr>
          </a:p>
        </p:txBody>
      </p:sp>
      <p:sp>
        <p:nvSpPr>
          <p:cNvPr id="23" name="Rectangle 22"/>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3329200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par>
                                <p:cTn id="8" presetID="16" presetClass="entr" presetSubtype="2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barn(inVertical)">
                                      <p:cBhvr>
                                        <p:cTn id="10" dur="500"/>
                                        <p:tgtEl>
                                          <p:spTgt spid="15"/>
                                        </p:tgtEl>
                                      </p:cBhvr>
                                    </p:animEffect>
                                  </p:childTnLst>
                                </p:cTn>
                              </p:par>
                              <p:par>
                                <p:cTn id="11" presetID="16" presetClass="entr" presetSubtype="21"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arn(inVertical)">
                                      <p:cBhvr>
                                        <p:cTn id="13" dur="500"/>
                                        <p:tgtEl>
                                          <p:spTgt spid="1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500"/>
                                        <p:tgtEl>
                                          <p:spTgt spid="1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down)">
                                      <p:cBhvr>
                                        <p:cTn id="2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dirty="0"/>
          </a:p>
        </p:txBody>
      </p:sp>
      <p:sp>
        <p:nvSpPr>
          <p:cNvPr id="6" name="Footer Placeholder 5"/>
          <p:cNvSpPr>
            <a:spLocks noGrp="1"/>
          </p:cNvSpPr>
          <p:nvPr>
            <p:ph type="ftr" sz="quarter" idx="11"/>
          </p:nvPr>
        </p:nvSpPr>
        <p:spPr/>
        <p:txBody>
          <a:bodyPr/>
          <a:lstStyle/>
          <a:p>
            <a:r>
              <a:rPr lang="vi-VN" smtClean="0"/>
              <a:t>301002_Chương 7</a:t>
            </a:r>
            <a:endParaRPr lang="en-US" dirty="0"/>
          </a:p>
        </p:txBody>
      </p:sp>
      <p:sp>
        <p:nvSpPr>
          <p:cNvPr id="7" name="Slide Number Placeholder 6"/>
          <p:cNvSpPr>
            <a:spLocks noGrp="1"/>
          </p:cNvSpPr>
          <p:nvPr>
            <p:ph type="sldNum" sz="quarter" idx="12"/>
          </p:nvPr>
        </p:nvSpPr>
        <p:spPr/>
        <p:txBody>
          <a:bodyPr/>
          <a:lstStyle/>
          <a:p>
            <a:fld id="{A58A153D-734D-405D-8FB4-686C2D8CE407}" type="slidenum">
              <a:rPr lang="en-US" smtClean="0"/>
              <a:pPr/>
              <a:t>41</a:t>
            </a:fld>
            <a:endParaRPr lang="en-US" dirty="0"/>
          </a:p>
        </p:txBody>
      </p:sp>
      <p:sp>
        <p:nvSpPr>
          <p:cNvPr id="10" name="Text Box 36"/>
          <p:cNvSpPr txBox="1">
            <a:spLocks noChangeArrowheads="1"/>
          </p:cNvSpPr>
          <p:nvPr/>
        </p:nvSpPr>
        <p:spPr bwMode="auto">
          <a:xfrm>
            <a:off x="-240235" y="1066800"/>
            <a:ext cx="9689035"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FF0000"/>
                </a:solidFill>
                <a:latin typeface="Times New Roman"/>
                <a:cs typeface="Times New Roman"/>
              </a:rPr>
              <a:t>III. </a:t>
            </a:r>
            <a:r>
              <a:rPr lang="en-US" sz="2600" b="1" dirty="0" err="1" smtClean="0">
                <a:solidFill>
                  <a:srgbClr val="FF0000"/>
                </a:solidFill>
                <a:latin typeface="Times New Roman"/>
                <a:cs typeface="Times New Roman"/>
              </a:rPr>
              <a:t>Giá</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trị</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tưởng</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Hồ</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Chí</a:t>
            </a:r>
            <a:r>
              <a:rPr lang="en-US" sz="2600" b="1" dirty="0" smtClean="0">
                <a:solidFill>
                  <a:srgbClr val="FF0000"/>
                </a:solidFill>
                <a:latin typeface="Times New Roman"/>
                <a:cs typeface="Times New Roman"/>
              </a:rPr>
              <a:t> Minh</a:t>
            </a:r>
            <a:endParaRPr lang="en-US" sz="2600" b="1" dirty="0">
              <a:solidFill>
                <a:srgbClr val="FF0000"/>
              </a:solidFill>
              <a:latin typeface="Times New Roman"/>
              <a:cs typeface="Times New Roman"/>
            </a:endParaRPr>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1" name="Text Box 36"/>
          <p:cNvSpPr txBox="1">
            <a:spLocks noChangeArrowheads="1"/>
          </p:cNvSpPr>
          <p:nvPr/>
        </p:nvSpPr>
        <p:spPr bwMode="auto">
          <a:xfrm>
            <a:off x="3276600" y="1708879"/>
            <a:ext cx="5715000" cy="1815882"/>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800" dirty="0" err="1" smtClean="0">
                <a:solidFill>
                  <a:srgbClr val="002060"/>
                </a:solidFill>
                <a:latin typeface="Times New Roman"/>
                <a:cs typeface="Times New Roman"/>
              </a:rPr>
              <a:t>Tư</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tưởng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Hồ</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Chí</a:t>
            </a:r>
            <a:r>
              <a:rPr lang="en-US" sz="2800" dirty="0" smtClean="0">
                <a:solidFill>
                  <a:srgbClr val="002060"/>
                </a:solidFill>
                <a:latin typeface="Times New Roman"/>
                <a:cs typeface="Times New Roman"/>
              </a:rPr>
              <a:t> Minh </a:t>
            </a:r>
            <a:r>
              <a:rPr lang="en-US" sz="2800" dirty="0" err="1" smtClean="0">
                <a:solidFill>
                  <a:srgbClr val="002060"/>
                </a:solidFill>
                <a:latin typeface="Times New Roman"/>
                <a:cs typeface="Times New Roman"/>
              </a:rPr>
              <a:t>đưa</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cách</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mạng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giải</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phóng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dân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tộc</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Việt</a:t>
            </a:r>
            <a:r>
              <a:rPr lang="en-US" sz="2800" dirty="0" smtClean="0">
                <a:solidFill>
                  <a:srgbClr val="002060"/>
                </a:solidFill>
                <a:latin typeface="Times New Roman"/>
                <a:cs typeface="Times New Roman"/>
              </a:rPr>
              <a:t> Nam </a:t>
            </a:r>
            <a:r>
              <a:rPr lang="en-US" sz="2800" dirty="0" err="1" smtClean="0">
                <a:solidFill>
                  <a:srgbClr val="002060"/>
                </a:solidFill>
                <a:latin typeface="Times New Roman"/>
                <a:cs typeface="Times New Roman"/>
              </a:rPr>
              <a:t>đến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thắng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lợi</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và</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bắt</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đầu</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xây</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dựng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một</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xã</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hội</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mới</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trên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đất</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nước</a:t>
            </a:r>
            <a:r>
              <a:rPr lang="en-US" sz="2800" dirty="0" smtClean="0">
                <a:solidFill>
                  <a:srgbClr val="002060"/>
                </a:solidFill>
                <a:latin typeface="Times New Roman"/>
                <a:cs typeface="Times New Roman"/>
              </a:rPr>
              <a:t> ta.</a:t>
            </a:r>
            <a:endParaRPr lang="en-US" sz="2800" dirty="0">
              <a:solidFill>
                <a:srgbClr val="002060"/>
              </a:solidFill>
              <a:latin typeface="Times New Roman"/>
              <a:cs typeface="Times New Roman"/>
            </a:endParaRPr>
          </a:p>
        </p:txBody>
      </p:sp>
      <p:sp>
        <p:nvSpPr>
          <p:cNvPr id="23" name="Rectangle 22"/>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
        <p:nvSpPr>
          <p:cNvPr id="17" name="Text Box 36"/>
          <p:cNvSpPr txBox="1">
            <a:spLocks noChangeArrowheads="1"/>
          </p:cNvSpPr>
          <p:nvPr/>
        </p:nvSpPr>
        <p:spPr bwMode="auto">
          <a:xfrm>
            <a:off x="-33130" y="2982093"/>
            <a:ext cx="2252870" cy="1892826"/>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002060"/>
                </a:solidFill>
                <a:latin typeface="Times New Roman"/>
                <a:cs typeface="Times New Roman"/>
              </a:rPr>
              <a:t>1. </a:t>
            </a:r>
            <a:r>
              <a:rPr lang="en-US" sz="2600" b="1" dirty="0" err="1" smtClean="0">
                <a:solidFill>
                  <a:srgbClr val="002060"/>
                </a:solidFill>
                <a:latin typeface="Times New Roman"/>
                <a:cs typeface="Times New Roman"/>
              </a:rPr>
              <a:t>Đối</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với</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cách</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mạng</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Việt</a:t>
            </a:r>
            <a:r>
              <a:rPr lang="en-US" sz="2600" b="1" dirty="0" smtClean="0">
                <a:solidFill>
                  <a:srgbClr val="002060"/>
                </a:solidFill>
                <a:latin typeface="Times New Roman"/>
                <a:cs typeface="Times New Roman"/>
              </a:rPr>
              <a:t> Nam</a:t>
            </a:r>
            <a:endParaRPr lang="en-US" sz="2600" b="1" dirty="0">
              <a:solidFill>
                <a:srgbClr val="002060"/>
              </a:solidFill>
              <a:latin typeface="Times New Roman"/>
              <a:cs typeface="Times New Roman"/>
            </a:endParaRPr>
          </a:p>
        </p:txBody>
      </p:sp>
      <p:sp>
        <p:nvSpPr>
          <p:cNvPr id="16" name="Text Box 36"/>
          <p:cNvSpPr txBox="1">
            <a:spLocks noChangeArrowheads="1"/>
          </p:cNvSpPr>
          <p:nvPr/>
        </p:nvSpPr>
        <p:spPr bwMode="auto">
          <a:xfrm>
            <a:off x="3140765" y="4551174"/>
            <a:ext cx="5715000" cy="1384995"/>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800" dirty="0" err="1" smtClean="0">
                <a:solidFill>
                  <a:srgbClr val="002060"/>
                </a:solidFill>
                <a:latin typeface="Times New Roman"/>
                <a:cs typeface="Times New Roman"/>
              </a:rPr>
              <a:t>Tư</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tưởng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Hồ</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Chí</a:t>
            </a:r>
            <a:r>
              <a:rPr lang="en-US" sz="2800" dirty="0" smtClean="0">
                <a:solidFill>
                  <a:srgbClr val="002060"/>
                </a:solidFill>
                <a:latin typeface="Times New Roman"/>
                <a:cs typeface="Times New Roman"/>
              </a:rPr>
              <a:t> Minh </a:t>
            </a:r>
            <a:r>
              <a:rPr lang="en-US" sz="2800" dirty="0" err="1" smtClean="0">
                <a:solidFill>
                  <a:srgbClr val="002060"/>
                </a:solidFill>
                <a:latin typeface="Times New Roman"/>
                <a:cs typeface="Times New Roman"/>
              </a:rPr>
              <a:t>là</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nền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tảng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tư</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tưởng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kim</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chỉ</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nam</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cho</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cách</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mạng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Việt</a:t>
            </a:r>
            <a:r>
              <a:rPr lang="en-US" sz="2800" dirty="0" smtClean="0">
                <a:solidFill>
                  <a:srgbClr val="002060"/>
                </a:solidFill>
                <a:latin typeface="Times New Roman"/>
                <a:cs typeface="Times New Roman"/>
              </a:rPr>
              <a:t> Nam</a:t>
            </a:r>
            <a:endParaRPr lang="en-US" sz="2800" dirty="0">
              <a:solidFill>
                <a:srgbClr val="002060"/>
              </a:solidFill>
              <a:latin typeface="Times New Roman"/>
              <a:cs typeface="Times New Roman"/>
            </a:endParaRPr>
          </a:p>
        </p:txBody>
      </p:sp>
      <p:cxnSp>
        <p:nvCxnSpPr>
          <p:cNvPr id="18" name="Straight Connector 17"/>
          <p:cNvCxnSpPr/>
          <p:nvPr/>
        </p:nvCxnSpPr>
        <p:spPr>
          <a:xfrm>
            <a:off x="2024553" y="2590800"/>
            <a:ext cx="18015" cy="26670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1981200" y="260883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027333" y="524843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4722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arn(inVertical)">
                                      <p:cBhvr>
                                        <p:cTn id="10" dur="500"/>
                                        <p:tgtEl>
                                          <p:spTgt spid="1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arn(inVertical)">
                                      <p:cBhvr>
                                        <p:cTn id="13" dur="500"/>
                                        <p:tgtEl>
                                          <p:spTgt spid="16"/>
                                        </p:tgtEl>
                                      </p:cBhvr>
                                    </p:animEffect>
                                  </p:childTnLst>
                                </p:cTn>
                              </p:par>
                              <p:par>
                                <p:cTn id="14" presetID="16" presetClass="entr" presetSubtype="21"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arn(inVertical)">
                                      <p:cBhvr>
                                        <p:cTn id="16" dur="500"/>
                                        <p:tgtEl>
                                          <p:spTgt spid="18"/>
                                        </p:tgtEl>
                                      </p:cBhvr>
                                    </p:animEffect>
                                  </p:childTnLst>
                                </p:cTn>
                              </p:par>
                              <p:par>
                                <p:cTn id="17" presetID="16" presetClass="entr" presetSubtype="21"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arn(inVertical)">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down)">
                                      <p:cBhvr>
                                        <p:cTn id="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p:cNvSpPr>
            <a:spLocks noGrp="1"/>
          </p:cNvSpPr>
          <p:nvPr>
            <p:ph type="dt" sz="half" idx="10"/>
          </p:nvPr>
        </p:nvSpPr>
        <p:spPr/>
        <p:txBody>
          <a:bodyPr/>
          <a:lstStyle/>
          <a:p>
            <a:fld id="{D3018F1E-720D-4B7A-9D03-B5F7EFACBCD0}" type="datetime1">
              <a:rPr lang="en-US" smtClean="0"/>
              <a:t>9/4/2025</a:t>
            </a:fld>
            <a:endParaRPr lang="en-US" dirty="0"/>
          </a:p>
        </p:txBody>
      </p:sp>
      <p:sp>
        <p:nvSpPr>
          <p:cNvPr id="6" name="Footer Placeholder 5"/>
          <p:cNvSpPr>
            <a:spLocks noGrp="1"/>
          </p:cNvSpPr>
          <p:nvPr>
            <p:ph type="ftr" sz="quarter" idx="11"/>
          </p:nvPr>
        </p:nvSpPr>
        <p:spPr/>
        <p:txBody>
          <a:bodyPr/>
          <a:lstStyle/>
          <a:p>
            <a:r>
              <a:rPr lang="vi-VN" smtClean="0"/>
              <a:t>301002_Chương 7</a:t>
            </a:r>
            <a:endParaRPr lang="en-US" dirty="0"/>
          </a:p>
        </p:txBody>
      </p:sp>
      <p:sp>
        <p:nvSpPr>
          <p:cNvPr id="7" name="Slide Number Placeholder 6"/>
          <p:cNvSpPr>
            <a:spLocks noGrp="1"/>
          </p:cNvSpPr>
          <p:nvPr>
            <p:ph type="sldNum" sz="quarter" idx="12"/>
          </p:nvPr>
        </p:nvSpPr>
        <p:spPr/>
        <p:txBody>
          <a:bodyPr/>
          <a:lstStyle/>
          <a:p>
            <a:fld id="{A58A153D-734D-405D-8FB4-686C2D8CE407}" type="slidenum">
              <a:rPr lang="en-US" smtClean="0"/>
              <a:pPr/>
              <a:t>42</a:t>
            </a:fld>
            <a:endParaRPr lang="en-US" dirty="0"/>
          </a:p>
        </p:txBody>
      </p:sp>
      <p:sp>
        <p:nvSpPr>
          <p:cNvPr id="10" name="Text Box 36"/>
          <p:cNvSpPr txBox="1">
            <a:spLocks noChangeArrowheads="1"/>
          </p:cNvSpPr>
          <p:nvPr/>
        </p:nvSpPr>
        <p:spPr bwMode="auto">
          <a:xfrm>
            <a:off x="-240235" y="1066800"/>
            <a:ext cx="9689035" cy="692497"/>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FF0000"/>
                </a:solidFill>
                <a:latin typeface="Times New Roman"/>
                <a:cs typeface="Times New Roman"/>
              </a:rPr>
              <a:t>III. </a:t>
            </a:r>
            <a:r>
              <a:rPr lang="en-US" sz="2600" b="1" dirty="0" err="1" smtClean="0">
                <a:solidFill>
                  <a:srgbClr val="FF0000"/>
                </a:solidFill>
                <a:latin typeface="Times New Roman"/>
                <a:cs typeface="Times New Roman"/>
              </a:rPr>
              <a:t>Giá</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trị</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tưởng</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Hồ</a:t>
            </a:r>
            <a:r>
              <a:rPr lang="en-US" sz="2600" b="1" dirty="0" smtClean="0">
                <a:solidFill>
                  <a:srgbClr val="FF0000"/>
                </a:solidFill>
                <a:latin typeface="Times New Roman"/>
                <a:cs typeface="Times New Roman"/>
              </a:rPr>
              <a:t> </a:t>
            </a:r>
            <a:r>
              <a:rPr lang="en-US" sz="2600" b="1" dirty="0" err="1" smtClean="0">
                <a:solidFill>
                  <a:srgbClr val="FF0000"/>
                </a:solidFill>
                <a:latin typeface="Times New Roman"/>
                <a:cs typeface="Times New Roman"/>
              </a:rPr>
              <a:t>Chí</a:t>
            </a:r>
            <a:r>
              <a:rPr lang="en-US" sz="2600" b="1" dirty="0" smtClean="0">
                <a:solidFill>
                  <a:srgbClr val="FF0000"/>
                </a:solidFill>
                <a:latin typeface="Times New Roman"/>
                <a:cs typeface="Times New Roman"/>
              </a:rPr>
              <a:t> Minh</a:t>
            </a:r>
            <a:endParaRPr lang="en-US" sz="2600" b="1" dirty="0">
              <a:solidFill>
                <a:srgbClr val="FF0000"/>
              </a:solidFill>
              <a:latin typeface="Times New Roman"/>
              <a:cs typeface="Times New Roman"/>
            </a:endParaRPr>
          </a:p>
        </p:txBody>
      </p:sp>
      <p:sp>
        <p:nvSpPr>
          <p:cNvPr id="20" name="Rectangle 27" descr="Trịnh Hồng Hà 403A1BKHN"/>
          <p:cNvSpPr>
            <a:spLocks noChangeArrowheads="1"/>
          </p:cNvSpPr>
          <p:nvPr/>
        </p:nvSpPr>
        <p:spPr bwMode="auto">
          <a:xfrm>
            <a:off x="0" y="6357437"/>
            <a:ext cx="9144000" cy="547270"/>
          </a:xfrm>
          <a:prstGeom prst="rect">
            <a:avLst/>
          </a:prstGeom>
          <a:gradFill rotWithShape="1">
            <a:gsLst>
              <a:gs pos="0">
                <a:srgbClr val="00528A"/>
              </a:gs>
              <a:gs pos="100000">
                <a:srgbClr val="004B96"/>
              </a:gs>
            </a:gsLst>
            <a:lin ang="5400000" scaled="1"/>
          </a:gradFill>
          <a:ln w="9525">
            <a:noFill/>
            <a:miter lim="800000"/>
            <a:headEnd/>
            <a:tailEnd/>
          </a:ln>
        </p:spPr>
        <p:txBody>
          <a:bodyPr wrap="none" anchor="ctr"/>
          <a:lstStyle/>
          <a:p>
            <a:pPr algn="ctr" eaLnBrk="0" hangingPunct="0"/>
            <a:endParaRPr lang="en-US">
              <a:latin typeface="Times New Roman" pitchFamily="18" charset="0"/>
              <a:cs typeface="Arial" charset="0"/>
            </a:endParaRPr>
          </a:p>
        </p:txBody>
      </p:sp>
      <p:sp>
        <p:nvSpPr>
          <p:cNvPr id="21" name="Text Box 36"/>
          <p:cNvSpPr txBox="1">
            <a:spLocks noChangeArrowheads="1"/>
          </p:cNvSpPr>
          <p:nvPr/>
        </p:nvSpPr>
        <p:spPr bwMode="auto">
          <a:xfrm>
            <a:off x="-66500" y="6357437"/>
            <a:ext cx="9324528" cy="40011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r>
              <a:rPr lang="en-US" sz="2000" b="1" i="1" smtClean="0">
                <a:solidFill>
                  <a:srgbClr val="FFFF00"/>
                </a:solidFill>
                <a:latin typeface="Times New Roman"/>
                <a:cs typeface="Times New Roman"/>
              </a:rPr>
              <a:t>Cơ sở, quá trình hình thành và phát triển tư tưởng Hồ Chí Minh</a:t>
            </a:r>
            <a:endParaRPr lang="en-US" sz="2000" b="1" i="1" dirty="0">
              <a:solidFill>
                <a:srgbClr val="FFFF00"/>
              </a:solidFill>
              <a:latin typeface="Times New Roman"/>
              <a:cs typeface="Times New Roman"/>
            </a:endParaRPr>
          </a:p>
        </p:txBody>
      </p:sp>
      <p:sp>
        <p:nvSpPr>
          <p:cNvPr id="11" name="Text Box 36"/>
          <p:cNvSpPr txBox="1">
            <a:spLocks noChangeArrowheads="1"/>
          </p:cNvSpPr>
          <p:nvPr/>
        </p:nvSpPr>
        <p:spPr bwMode="auto">
          <a:xfrm>
            <a:off x="3276600" y="1708879"/>
            <a:ext cx="5715000" cy="1384995"/>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800" dirty="0" err="1" smtClean="0">
                <a:solidFill>
                  <a:srgbClr val="002060"/>
                </a:solidFill>
                <a:latin typeface="Times New Roman"/>
                <a:cs typeface="Times New Roman"/>
              </a:rPr>
              <a:t>Góp</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phần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mở</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ra</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cho</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các</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dân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tộc</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thuộc</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địa</a:t>
            </a:r>
            <a:r>
              <a:rPr lang="en-US" sz="2800" dirty="0" smtClean="0">
                <a:solidFill>
                  <a:srgbClr val="002060"/>
                </a:solidFill>
                <a:latin typeface="Times New Roman"/>
                <a:cs typeface="Times New Roman"/>
              </a:rPr>
              <a:t> con </a:t>
            </a:r>
            <a:r>
              <a:rPr lang="en-US" sz="2800" dirty="0" err="1" smtClean="0">
                <a:solidFill>
                  <a:srgbClr val="002060"/>
                </a:solidFill>
                <a:latin typeface="Times New Roman"/>
                <a:cs typeface="Times New Roman"/>
              </a:rPr>
              <a:t>đường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giải</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phóng</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dân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tộc</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gắn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với</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sự</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tiến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bộ</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xã</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hội</a:t>
            </a:r>
            <a:r>
              <a:rPr lang="en-US" sz="2800" dirty="0" smtClean="0">
                <a:solidFill>
                  <a:srgbClr val="002060"/>
                </a:solidFill>
                <a:latin typeface="Times New Roman"/>
                <a:cs typeface="Times New Roman"/>
              </a:rPr>
              <a:t>.</a:t>
            </a:r>
            <a:endParaRPr lang="en-US" sz="2800" dirty="0">
              <a:solidFill>
                <a:srgbClr val="002060"/>
              </a:solidFill>
              <a:latin typeface="Times New Roman"/>
              <a:cs typeface="Times New Roman"/>
            </a:endParaRPr>
          </a:p>
        </p:txBody>
      </p:sp>
      <p:sp>
        <p:nvSpPr>
          <p:cNvPr id="23" name="Rectangle 22"/>
          <p:cNvSpPr/>
          <p:nvPr/>
        </p:nvSpPr>
        <p:spPr>
          <a:xfrm>
            <a:off x="0" y="0"/>
            <a:ext cx="9144000" cy="1143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24"/>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
        <p:nvSpPr>
          <p:cNvPr id="17" name="Text Box 36"/>
          <p:cNvSpPr txBox="1">
            <a:spLocks noChangeArrowheads="1"/>
          </p:cNvSpPr>
          <p:nvPr/>
        </p:nvSpPr>
        <p:spPr bwMode="auto">
          <a:xfrm>
            <a:off x="-152400" y="2688610"/>
            <a:ext cx="2252870" cy="2492990"/>
          </a:xfrm>
          <a:prstGeom prst="rect">
            <a:avLst/>
          </a:prstGeom>
          <a:noFill/>
          <a:ln w="9525">
            <a:noFill/>
            <a:miter lim="800000"/>
            <a:headEnd/>
            <a:tailEnd/>
          </a:ln>
          <a:effectLst>
            <a:prstShdw prst="shdw17" dist="17961" dir="2700000">
              <a:srgbClr val="999900"/>
            </a:prstShdw>
          </a:effectLst>
        </p:spPr>
        <p:txBody>
          <a:bodyPr wrap="square">
            <a:spAutoFit/>
          </a:bodyPr>
          <a:lstStyle/>
          <a:p>
            <a:pPr algn="ctr">
              <a:lnSpc>
                <a:spcPct val="150000"/>
              </a:lnSpc>
            </a:pPr>
            <a:r>
              <a:rPr lang="en-US" sz="2600" b="1" dirty="0" smtClean="0">
                <a:solidFill>
                  <a:srgbClr val="002060"/>
                </a:solidFill>
                <a:latin typeface="Times New Roman"/>
                <a:cs typeface="Times New Roman"/>
              </a:rPr>
              <a:t>2. </a:t>
            </a:r>
            <a:r>
              <a:rPr lang="en-US" sz="2600" b="1" dirty="0" err="1" smtClean="0">
                <a:solidFill>
                  <a:srgbClr val="002060"/>
                </a:solidFill>
                <a:latin typeface="Times New Roman"/>
                <a:cs typeface="Times New Roman"/>
              </a:rPr>
              <a:t>Đối</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với</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sự</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phát</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triển</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tiến</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bộ</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của</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nhân</a:t>
            </a:r>
            <a:r>
              <a:rPr lang="en-US" sz="2600" b="1" dirty="0" smtClean="0">
                <a:solidFill>
                  <a:srgbClr val="002060"/>
                </a:solidFill>
                <a:latin typeface="Times New Roman"/>
                <a:cs typeface="Times New Roman"/>
              </a:rPr>
              <a:t> </a:t>
            </a:r>
            <a:r>
              <a:rPr lang="en-US" sz="2600" b="1" dirty="0" err="1" smtClean="0">
                <a:solidFill>
                  <a:srgbClr val="002060"/>
                </a:solidFill>
                <a:latin typeface="Times New Roman"/>
                <a:cs typeface="Times New Roman"/>
              </a:rPr>
              <a:t>loại</a:t>
            </a:r>
            <a:endParaRPr lang="en-US" sz="2600" b="1" dirty="0">
              <a:solidFill>
                <a:srgbClr val="002060"/>
              </a:solidFill>
              <a:latin typeface="Times New Roman"/>
              <a:cs typeface="Times New Roman"/>
            </a:endParaRPr>
          </a:p>
        </p:txBody>
      </p:sp>
      <p:sp>
        <p:nvSpPr>
          <p:cNvPr id="16" name="Text Box 36"/>
          <p:cNvSpPr txBox="1">
            <a:spLocks noChangeArrowheads="1"/>
          </p:cNvSpPr>
          <p:nvPr/>
        </p:nvSpPr>
        <p:spPr bwMode="auto">
          <a:xfrm>
            <a:off x="3140765" y="4551174"/>
            <a:ext cx="5715000" cy="1384995"/>
          </a:xfrm>
          <a:prstGeom prst="rect">
            <a:avLst/>
          </a:prstGeom>
          <a:noFill/>
          <a:ln w="9525">
            <a:noFill/>
            <a:miter lim="800000"/>
            <a:headEnd/>
            <a:tailEnd/>
          </a:ln>
          <a:effectLst>
            <a:prstShdw prst="shdw17" dist="17961" dir="2700000">
              <a:srgbClr val="999900"/>
            </a:prstShdw>
          </a:effectLst>
        </p:spPr>
        <p:txBody>
          <a:bodyPr wrap="square">
            <a:spAutoFit/>
          </a:bodyPr>
          <a:lstStyle/>
          <a:p>
            <a:pPr algn="just"/>
            <a:r>
              <a:rPr lang="en-US" sz="2800" dirty="0" err="1" smtClean="0">
                <a:solidFill>
                  <a:srgbClr val="002060"/>
                </a:solidFill>
                <a:latin typeface="Times New Roman"/>
                <a:cs typeface="Times New Roman"/>
              </a:rPr>
              <a:t>Góp</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phần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tích</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cực</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vào</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cuộc</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đấu</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tranh</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vì</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độc</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lập</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dân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tộc</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dân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chủ</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hòa</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bình</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hợp</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tác</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và</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phát</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triển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trên</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thế</a:t>
            </a:r>
            <a:r>
              <a:rPr lang="en-US" sz="2800" dirty="0" smtClean="0">
                <a:solidFill>
                  <a:srgbClr val="002060"/>
                </a:solidFill>
                <a:latin typeface="Times New Roman"/>
                <a:cs typeface="Times New Roman"/>
              </a:rPr>
              <a:t> </a:t>
            </a:r>
            <a:r>
              <a:rPr lang="en-US" sz="2800" dirty="0" err="1" smtClean="0">
                <a:solidFill>
                  <a:srgbClr val="002060"/>
                </a:solidFill>
                <a:latin typeface="Times New Roman"/>
                <a:cs typeface="Times New Roman"/>
              </a:rPr>
              <a:t>giới</a:t>
            </a:r>
            <a:r>
              <a:rPr lang="en-US" sz="2800" dirty="0" smtClean="0">
                <a:solidFill>
                  <a:srgbClr val="002060"/>
                </a:solidFill>
                <a:latin typeface="Times New Roman"/>
                <a:cs typeface="Times New Roman"/>
              </a:rPr>
              <a:t>.</a:t>
            </a:r>
            <a:endParaRPr lang="en-US" sz="2800" dirty="0">
              <a:solidFill>
                <a:srgbClr val="002060"/>
              </a:solidFill>
              <a:latin typeface="Times New Roman"/>
              <a:cs typeface="Times New Roman"/>
            </a:endParaRPr>
          </a:p>
        </p:txBody>
      </p:sp>
      <p:cxnSp>
        <p:nvCxnSpPr>
          <p:cNvPr id="18" name="Straight Connector 17"/>
          <p:cNvCxnSpPr/>
          <p:nvPr/>
        </p:nvCxnSpPr>
        <p:spPr>
          <a:xfrm>
            <a:off x="2024553" y="2590800"/>
            <a:ext cx="18015" cy="266700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027333" y="2608831"/>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027333" y="5248430"/>
            <a:ext cx="944467" cy="0"/>
          </a:xfrm>
          <a:prstGeom prst="straightConnector1">
            <a:avLst/>
          </a:prstGeom>
          <a:ln w="571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015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arn(inVertical)">
                                      <p:cBhvr>
                                        <p:cTn id="10" dur="500"/>
                                        <p:tgtEl>
                                          <p:spTgt spid="1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arn(inVertical)">
                                      <p:cBhvr>
                                        <p:cTn id="13" dur="500"/>
                                        <p:tgtEl>
                                          <p:spTgt spid="16"/>
                                        </p:tgtEl>
                                      </p:cBhvr>
                                    </p:animEffect>
                                  </p:childTnLst>
                                </p:cTn>
                              </p:par>
                              <p:par>
                                <p:cTn id="14" presetID="16" presetClass="entr" presetSubtype="21"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arn(inVertical)">
                                      <p:cBhvr>
                                        <p:cTn id="16" dur="500"/>
                                        <p:tgtEl>
                                          <p:spTgt spid="18"/>
                                        </p:tgtEl>
                                      </p:cBhvr>
                                    </p:animEffect>
                                  </p:childTnLst>
                                </p:cTn>
                              </p:par>
                              <p:par>
                                <p:cTn id="17" presetID="16" presetClass="entr" presetSubtype="21"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barn(inVertical)">
                                      <p:cBhvr>
                                        <p:cTn id="19" dur="500"/>
                                        <p:tgtEl>
                                          <p:spTgt spid="1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wipe(down)">
                                      <p:cBhvr>
                                        <p:cTn id="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1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2913643"/>
            <a:ext cx="7467600" cy="667757"/>
          </a:xfrm>
        </p:spPr>
        <p:txBody>
          <a:bodyPr>
            <a:noAutofit/>
          </a:bodyPr>
          <a:lstStyle/>
          <a:p>
            <a:pPr marL="0" indent="0" algn="ctr">
              <a:lnSpc>
                <a:spcPct val="100000"/>
              </a:lnSpc>
              <a:spcBef>
                <a:spcPts val="0"/>
              </a:spcBef>
              <a:buNone/>
            </a:pPr>
            <a:r>
              <a:rPr lang="en-US" sz="4000" b="1" dirty="0" err="1" smtClean="0">
                <a:solidFill>
                  <a:srgbClr val="FF0000"/>
                </a:solidFill>
                <a:latin typeface="Times New Roman" pitchFamily="18" charset="0"/>
                <a:cs typeface="Times New Roman" pitchFamily="18" charset="0"/>
              </a:rPr>
              <a:t>Chúc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các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em</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vui</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khỏe</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và</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học</a:t>
            </a:r>
            <a:r>
              <a:rPr lang="en-US" sz="4000" b="1" dirty="0" smtClean="0">
                <a:solidFill>
                  <a:srgbClr val="FF0000"/>
                </a:solidFill>
                <a:latin typeface="Times New Roman" pitchFamily="18" charset="0"/>
                <a:cs typeface="Times New Roman" pitchFamily="18" charset="0"/>
              </a:rPr>
              <a:t> </a:t>
            </a:r>
            <a:r>
              <a:rPr lang="en-US" sz="4000" b="1" dirty="0" err="1" smtClean="0">
                <a:solidFill>
                  <a:srgbClr val="FF0000"/>
                </a:solidFill>
                <a:latin typeface="Times New Roman" pitchFamily="18" charset="0"/>
                <a:cs typeface="Times New Roman" pitchFamily="18" charset="0"/>
              </a:rPr>
              <a:t>tốt</a:t>
            </a:r>
            <a:r>
              <a:rPr lang="en-US" sz="4000" b="1" dirty="0" smtClean="0">
                <a:solidFill>
                  <a:srgbClr val="FF0000"/>
                </a:solidFill>
                <a:latin typeface="Times New Roman" pitchFamily="18" charset="0"/>
                <a:cs typeface="Times New Roman" pitchFamily="18" charset="0"/>
              </a:rPr>
              <a:t>!</a:t>
            </a:r>
          </a:p>
        </p:txBody>
      </p:sp>
      <p:pic>
        <p:nvPicPr>
          <p:cNvPr id="4" name="Picture 3" descr="Logo-name-v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52400"/>
            <a:ext cx="3657600" cy="665684"/>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A58A153D-734D-405D-8FB4-686C2D8CE407}" type="slidenum">
              <a:rPr lang="en-US" smtClean="0"/>
              <a:pPr/>
              <a:t>43</a:t>
            </a:fld>
            <a:endParaRPr lang="en-US"/>
          </a:p>
        </p:txBody>
      </p:sp>
      <p:sp>
        <p:nvSpPr>
          <p:cNvPr id="2" name="AutoShape 2" descr="Giáo Trình Tư Tưởng Hồ Chí Min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Rectangle 11"/>
          <p:cNvSpPr/>
          <p:nvPr/>
        </p:nvSpPr>
        <p:spPr>
          <a:xfrm>
            <a:off x="0" y="0"/>
            <a:ext cx="91440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Logo Trường Đại học Bách khoa Thành phố Hồ Chí Min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96" y="37934"/>
            <a:ext cx="940904" cy="952666"/>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1009650" y="990600"/>
            <a:ext cx="7829550" cy="7620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Title 1"/>
          <p:cNvSpPr txBox="1">
            <a:spLocks/>
          </p:cNvSpPr>
          <p:nvPr/>
        </p:nvSpPr>
        <p:spPr>
          <a:xfrm>
            <a:off x="609600" y="0"/>
            <a:ext cx="8382000" cy="8382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000" b="1" dirty="0" err="1" smtClean="0">
                <a:solidFill>
                  <a:srgbClr val="CC0099"/>
                </a:solidFill>
                <a:latin typeface="Times New Roman" pitchFamily="18" charset="0"/>
                <a:cs typeface="Times New Roman" pitchFamily="18" charset="0"/>
              </a:rPr>
              <a:t>Tư</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tưởng</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Hồ</a:t>
            </a:r>
            <a:r>
              <a:rPr lang="en-US" sz="3000" b="1" dirty="0" smtClean="0">
                <a:solidFill>
                  <a:srgbClr val="CC0099"/>
                </a:solidFill>
                <a:latin typeface="Times New Roman" pitchFamily="18" charset="0"/>
                <a:cs typeface="Times New Roman" pitchFamily="18" charset="0"/>
              </a:rPr>
              <a:t> </a:t>
            </a:r>
            <a:r>
              <a:rPr lang="en-US" sz="3000" b="1" dirty="0" err="1" smtClean="0">
                <a:solidFill>
                  <a:srgbClr val="CC0099"/>
                </a:solidFill>
                <a:latin typeface="Times New Roman" pitchFamily="18" charset="0"/>
                <a:cs typeface="Times New Roman" pitchFamily="18" charset="0"/>
              </a:rPr>
              <a:t>Chí</a:t>
            </a:r>
            <a:r>
              <a:rPr lang="en-US" sz="3000" b="1" dirty="0" smtClean="0">
                <a:solidFill>
                  <a:srgbClr val="CC0099"/>
                </a:solidFill>
                <a:latin typeface="Times New Roman" pitchFamily="18" charset="0"/>
                <a:cs typeface="Times New Roman" pitchFamily="18" charset="0"/>
              </a:rPr>
              <a:t> Minh - </a:t>
            </a:r>
            <a:r>
              <a:rPr lang="en-US" sz="3000" b="1" dirty="0" err="1" smtClean="0">
                <a:solidFill>
                  <a:srgbClr val="CC0099"/>
                </a:solidFill>
                <a:latin typeface="Times New Roman" pitchFamily="18" charset="0"/>
                <a:cs typeface="Times New Roman" pitchFamily="18" charset="0"/>
              </a:rPr>
              <a:t>Chương</a:t>
            </a:r>
            <a:r>
              <a:rPr lang="en-US" sz="3000" b="1" dirty="0" smtClean="0">
                <a:solidFill>
                  <a:srgbClr val="CC0099"/>
                </a:solidFill>
                <a:latin typeface="Times New Roman" pitchFamily="18" charset="0"/>
                <a:cs typeface="Times New Roman" pitchFamily="18" charset="0"/>
              </a:rPr>
              <a:t> 2</a:t>
            </a:r>
            <a:endParaRPr lang="en-US" sz="3000" b="1" dirty="0">
              <a:solidFill>
                <a:srgbClr val="CC0099"/>
              </a:solidFill>
              <a:latin typeface="Times New Roman" pitchFamily="18" charset="0"/>
              <a:cs typeface="Times New Roman" pitchFamily="18" charset="0"/>
            </a:endParaRPr>
          </a:p>
        </p:txBody>
      </p:sp>
    </p:spTree>
    <p:extLst>
      <p:ext uri="{BB962C8B-B14F-4D97-AF65-F5344CB8AC3E}">
        <p14:creationId xmlns:p14="http://schemas.microsoft.com/office/powerpoint/2010/main" val="7350930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2042</TotalTime>
  <Words>2744</Words>
  <Application>Microsoft Office PowerPoint</Application>
  <PresentationFormat>On-screen Show (4:3)</PresentationFormat>
  <Paragraphs>363</Paragraphs>
  <Slides>43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Calibri Light</vt:lpstr>
      <vt:lpstr>Times New Roman</vt:lpstr>
      <vt:lpstr>VNI-Times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Phöông Taây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F87</dc:creator>
  <cp:lastModifiedBy>PANASONIC</cp:lastModifiedBy>
  <cp:revision>262</cp:revision>
  <dcterms:created xsi:type="dcterms:W3CDTF">2014-12-31T03:01:48Z</dcterms:created>
  <dcterms:modified xsi:type="dcterms:W3CDTF">2025-09-04T08:40:51Z</dcterms:modified>
</cp:coreProperties>
</file>